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74" r:id="rId3"/>
    <p:sldId id="257" r:id="rId4"/>
    <p:sldId id="258" r:id="rId5"/>
    <p:sldId id="259" r:id="rId6"/>
    <p:sldId id="260" r:id="rId7"/>
    <p:sldId id="282" r:id="rId8"/>
    <p:sldId id="278" r:id="rId9"/>
    <p:sldId id="277" r:id="rId10"/>
    <p:sldId id="281" r:id="rId11"/>
    <p:sldId id="285" r:id="rId12"/>
    <p:sldId id="289" r:id="rId13"/>
    <p:sldId id="290" r:id="rId14"/>
    <p:sldId id="291" r:id="rId15"/>
    <p:sldId id="292" r:id="rId16"/>
    <p:sldId id="293" r:id="rId17"/>
    <p:sldId id="286" r:id="rId18"/>
    <p:sldId id="294" r:id="rId19"/>
    <p:sldId id="280" r:id="rId20"/>
    <p:sldId id="279" r:id="rId21"/>
  </p:sldIdLst>
  <p:sldSz cx="12192000" cy="6858000"/>
  <p:notesSz cx="6858000" cy="9144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A430A6-5DCF-4F18-9802-7086B5CE2994}" v="32" dt="2026-10-14T08:16:33.45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5876" autoAdjust="0"/>
  </p:normalViewPr>
  <p:slideViewPr>
    <p:cSldViewPr snapToGrid="0" snapToObjects="1" showGuides="1">
      <p:cViewPr>
        <p:scale>
          <a:sx n="50" d="100"/>
          <a:sy n="50" d="100"/>
        </p:scale>
        <p:origin x="1925" y="499"/>
      </p:cViewPr>
      <p:guideLst>
        <p:guide orient="horz" pos="217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 SUDHAN" userId="6f7be95bf11ffcbf" providerId="LiveId" clId="{053A7740-334C-4070-A272-76B240C46EBC}"/>
    <pc:docChg chg="undo custSel addSld delSld modSld sldOrd">
      <pc:chgData name="MADHU SUDHAN" userId="6f7be95bf11ffcbf" providerId="LiveId" clId="{053A7740-334C-4070-A272-76B240C46EBC}" dt="2026-10-14T08:16:36.787" v="1156" actId="20577"/>
      <pc:docMkLst>
        <pc:docMk/>
      </pc:docMkLst>
      <pc:sldChg chg="addSp delSp modSp mod">
        <pc:chgData name="MADHU SUDHAN" userId="6f7be95bf11ffcbf" providerId="LiveId" clId="{053A7740-334C-4070-A272-76B240C46EBC}" dt="2026-10-14T08:10:52.248" v="1095" actId="20577"/>
        <pc:sldMkLst>
          <pc:docMk/>
          <pc:sldMk cId="0" sldId="256"/>
        </pc:sldMkLst>
        <pc:spChg chg="del">
          <ac:chgData name="MADHU SUDHAN" userId="6f7be95bf11ffcbf" providerId="LiveId" clId="{053A7740-334C-4070-A272-76B240C46EBC}" dt="2026-10-14T08:00:21.206" v="769" actId="478"/>
          <ac:spMkLst>
            <pc:docMk/>
            <pc:sldMk cId="0" sldId="256"/>
            <ac:spMk id="2" creationId="{00000000-0000-0000-0000-000000000000}"/>
          </ac:spMkLst>
        </pc:spChg>
        <pc:spChg chg="add del mod">
          <ac:chgData name="MADHU SUDHAN" userId="6f7be95bf11ffcbf" providerId="LiveId" clId="{053A7740-334C-4070-A272-76B240C46EBC}" dt="2026-10-14T08:02:27.904" v="868"/>
          <ac:spMkLst>
            <pc:docMk/>
            <pc:sldMk cId="0" sldId="256"/>
            <ac:spMk id="3" creationId="{7ED896E6-0E2B-CE86-F0C6-51C60AB4367F}"/>
          </ac:spMkLst>
        </pc:spChg>
        <pc:spChg chg="add mod">
          <ac:chgData name="MADHU SUDHAN" userId="6f7be95bf11ffcbf" providerId="LiveId" clId="{053A7740-334C-4070-A272-76B240C46EBC}" dt="2026-10-14T08:10:52.248" v="1095" actId="20577"/>
          <ac:spMkLst>
            <pc:docMk/>
            <pc:sldMk cId="0" sldId="256"/>
            <ac:spMk id="4" creationId="{5CA7BF4C-3F2C-A5C4-0801-48222E3A022B}"/>
          </ac:spMkLst>
        </pc:spChg>
        <pc:spChg chg="add mod">
          <ac:chgData name="MADHU SUDHAN" userId="6f7be95bf11ffcbf" providerId="LiveId" clId="{053A7740-334C-4070-A272-76B240C46EBC}" dt="2026-10-14T08:06:04.843" v="1005" actId="20577"/>
          <ac:spMkLst>
            <pc:docMk/>
            <pc:sldMk cId="0" sldId="256"/>
            <ac:spMk id="5" creationId="{D92E0385-A574-ABF5-7B51-437AACB7F3A4}"/>
          </ac:spMkLst>
        </pc:spChg>
        <pc:spChg chg="add del mod">
          <ac:chgData name="MADHU SUDHAN" userId="6f7be95bf11ffcbf" providerId="LiveId" clId="{053A7740-334C-4070-A272-76B240C46EBC}" dt="2026-10-14T08:06:26.147" v="1008"/>
          <ac:spMkLst>
            <pc:docMk/>
            <pc:sldMk cId="0" sldId="256"/>
            <ac:spMk id="6" creationId="{0509D8F5-6ADA-C6B1-EBC6-1447F91064E8}"/>
          </ac:spMkLst>
        </pc:spChg>
        <pc:spChg chg="mod">
          <ac:chgData name="MADHU SUDHAN" userId="6f7be95bf11ffcbf" providerId="LiveId" clId="{053A7740-334C-4070-A272-76B240C46EBC}" dt="2026-10-14T08:07:05.135" v="1045" actId="1035"/>
          <ac:spMkLst>
            <pc:docMk/>
            <pc:sldMk cId="0" sldId="256"/>
            <ac:spMk id="1079063540" creationId="{00000000-0000-0000-0000-000000000000}"/>
          </ac:spMkLst>
        </pc:spChg>
        <pc:spChg chg="mod">
          <ac:chgData name="MADHU SUDHAN" userId="6f7be95bf11ffcbf" providerId="LiveId" clId="{053A7740-334C-4070-A272-76B240C46EBC}" dt="2026-10-14T08:07:15.135" v="1084" actId="1036"/>
          <ac:spMkLst>
            <pc:docMk/>
            <pc:sldMk cId="0" sldId="256"/>
            <ac:spMk id="1105076319" creationId="{00000000-0000-0000-0000-000000000000}"/>
          </ac:spMkLst>
        </pc:spChg>
        <pc:picChg chg="add mod">
          <ac:chgData name="MADHU SUDHAN" userId="6f7be95bf11ffcbf" providerId="LiveId" clId="{053A7740-334C-4070-A272-76B240C46EBC}" dt="2026-10-14T08:10:26.448" v="1091" actId="1076"/>
          <ac:picMkLst>
            <pc:docMk/>
            <pc:sldMk cId="0" sldId="256"/>
            <ac:picMk id="8" creationId="{B745D53D-AAB6-9FAC-C5C4-23586A4B3076}"/>
          </ac:picMkLst>
        </pc:picChg>
        <pc:picChg chg="del">
          <ac:chgData name="MADHU SUDHAN" userId="6f7be95bf11ffcbf" providerId="LiveId" clId="{053A7740-334C-4070-A272-76B240C46EBC}" dt="2026-10-14T08:10:07.965" v="1086" actId="478"/>
          <ac:picMkLst>
            <pc:docMk/>
            <pc:sldMk cId="0" sldId="256"/>
            <ac:picMk id="791691225" creationId="{00000000-0000-0000-0000-000000000000}"/>
          </ac:picMkLst>
        </pc:picChg>
        <pc:picChg chg="del">
          <ac:chgData name="MADHU SUDHAN" userId="6f7be95bf11ffcbf" providerId="LiveId" clId="{053A7740-334C-4070-A272-76B240C46EBC}" dt="2026-10-14T08:10:10.580" v="1087" actId="478"/>
          <ac:picMkLst>
            <pc:docMk/>
            <pc:sldMk cId="0" sldId="256"/>
            <ac:picMk id="896119693" creationId="{00000000-0000-0000-0000-000000000000}"/>
          </ac:picMkLst>
        </pc:picChg>
      </pc:sldChg>
      <pc:sldChg chg="modSp mod">
        <pc:chgData name="MADHU SUDHAN" userId="6f7be95bf11ffcbf" providerId="LiveId" clId="{053A7740-334C-4070-A272-76B240C46EBC}" dt="2026-10-14T07:59:33.585" v="764" actId="113"/>
        <pc:sldMkLst>
          <pc:docMk/>
          <pc:sldMk cId="0" sldId="257"/>
        </pc:sldMkLst>
        <pc:spChg chg="mod">
          <ac:chgData name="MADHU SUDHAN" userId="6f7be95bf11ffcbf" providerId="LiveId" clId="{053A7740-334C-4070-A272-76B240C46EBC}" dt="2026-10-14T07:59:33.585" v="764" actId="113"/>
          <ac:spMkLst>
            <pc:docMk/>
            <pc:sldMk cId="0" sldId="257"/>
            <ac:spMk id="1002990987" creationId="{00000000-0000-0000-0000-000000000000}"/>
          </ac:spMkLst>
        </pc:spChg>
        <pc:spChg chg="mod">
          <ac:chgData name="MADHU SUDHAN" userId="6f7be95bf11ffcbf" providerId="LiveId" clId="{053A7740-334C-4070-A272-76B240C46EBC}" dt="2026-10-14T07:16:15.557" v="79" actId="20577"/>
          <ac:spMkLst>
            <pc:docMk/>
            <pc:sldMk cId="0" sldId="257"/>
            <ac:spMk id="1147005234" creationId="{00000000-0000-0000-0000-000000000000}"/>
          </ac:spMkLst>
        </pc:spChg>
      </pc:sldChg>
      <pc:sldChg chg="modSp mod">
        <pc:chgData name="MADHU SUDHAN" userId="6f7be95bf11ffcbf" providerId="LiveId" clId="{053A7740-334C-4070-A272-76B240C46EBC}" dt="2026-10-14T07:59:27.487" v="763" actId="113"/>
        <pc:sldMkLst>
          <pc:docMk/>
          <pc:sldMk cId="0" sldId="258"/>
        </pc:sldMkLst>
        <pc:spChg chg="mod">
          <ac:chgData name="MADHU SUDHAN" userId="6f7be95bf11ffcbf" providerId="LiveId" clId="{053A7740-334C-4070-A272-76B240C46EBC}" dt="2026-10-14T07:18:31.292" v="123" actId="2711"/>
          <ac:spMkLst>
            <pc:docMk/>
            <pc:sldMk cId="0" sldId="258"/>
            <ac:spMk id="703469145" creationId="{00000000-0000-0000-0000-000000000000}"/>
          </ac:spMkLst>
        </pc:spChg>
        <pc:spChg chg="mod">
          <ac:chgData name="MADHU SUDHAN" userId="6f7be95bf11ffcbf" providerId="LiveId" clId="{053A7740-334C-4070-A272-76B240C46EBC}" dt="2026-10-14T07:59:27.487" v="763" actId="113"/>
          <ac:spMkLst>
            <pc:docMk/>
            <pc:sldMk cId="0" sldId="258"/>
            <ac:spMk id="2102208022" creationId="{00000000-0000-0000-0000-000000000000}"/>
          </ac:spMkLst>
        </pc:spChg>
      </pc:sldChg>
      <pc:sldChg chg="modSp mod">
        <pc:chgData name="MADHU SUDHAN" userId="6f7be95bf11ffcbf" providerId="LiveId" clId="{053A7740-334C-4070-A272-76B240C46EBC}" dt="2026-10-14T07:59:19.195" v="762" actId="113"/>
        <pc:sldMkLst>
          <pc:docMk/>
          <pc:sldMk cId="0" sldId="259"/>
        </pc:sldMkLst>
        <pc:spChg chg="mod">
          <ac:chgData name="MADHU SUDHAN" userId="6f7be95bf11ffcbf" providerId="LiveId" clId="{053A7740-334C-4070-A272-76B240C46EBC}" dt="2026-10-14T07:59:19.195" v="762" actId="113"/>
          <ac:spMkLst>
            <pc:docMk/>
            <pc:sldMk cId="0" sldId="259"/>
            <ac:spMk id="359408189" creationId="{00000000-0000-0000-0000-000000000000}"/>
          </ac:spMkLst>
        </pc:spChg>
        <pc:spChg chg="mod">
          <ac:chgData name="MADHU SUDHAN" userId="6f7be95bf11ffcbf" providerId="LiveId" clId="{053A7740-334C-4070-A272-76B240C46EBC}" dt="2026-10-14T07:18:23.905" v="122" actId="2711"/>
          <ac:spMkLst>
            <pc:docMk/>
            <pc:sldMk cId="0" sldId="259"/>
            <ac:spMk id="1772962626" creationId="{00000000-0000-0000-0000-000000000000}"/>
          </ac:spMkLst>
        </pc:spChg>
      </pc:sldChg>
      <pc:sldChg chg="modSp mod">
        <pc:chgData name="MADHU SUDHAN" userId="6f7be95bf11ffcbf" providerId="LiveId" clId="{053A7740-334C-4070-A272-76B240C46EBC}" dt="2026-10-14T07:59:14.135" v="761" actId="113"/>
        <pc:sldMkLst>
          <pc:docMk/>
          <pc:sldMk cId="0" sldId="260"/>
        </pc:sldMkLst>
        <pc:spChg chg="mod">
          <ac:chgData name="MADHU SUDHAN" userId="6f7be95bf11ffcbf" providerId="LiveId" clId="{053A7740-334C-4070-A272-76B240C46EBC}" dt="2026-10-14T07:59:14.135" v="761" actId="113"/>
          <ac:spMkLst>
            <pc:docMk/>
            <pc:sldMk cId="0" sldId="260"/>
            <ac:spMk id="964502627" creationId="{00000000-0000-0000-0000-000000000000}"/>
          </ac:spMkLst>
        </pc:spChg>
        <pc:graphicFrameChg chg="mod modGraphic">
          <ac:chgData name="MADHU SUDHAN" userId="6f7be95bf11ffcbf" providerId="LiveId" clId="{053A7740-334C-4070-A272-76B240C46EBC}" dt="2026-10-14T07:28:31.243" v="315" actId="14100"/>
          <ac:graphicFrameMkLst>
            <pc:docMk/>
            <pc:sldMk cId="0" sldId="260"/>
            <ac:graphicFrameMk id="2" creationId="{00000000-0000-0000-0000-000000000000}"/>
          </ac:graphicFrameMkLst>
        </pc:graphicFrameChg>
      </pc:sldChg>
      <pc:sldChg chg="delSp del mod ord">
        <pc:chgData name="MADHU SUDHAN" userId="6f7be95bf11ffcbf" providerId="LiveId" clId="{053A7740-334C-4070-A272-76B240C46EBC}" dt="2026-10-14T07:54:47.601" v="685" actId="47"/>
        <pc:sldMkLst>
          <pc:docMk/>
          <pc:sldMk cId="0" sldId="273"/>
        </pc:sldMkLst>
        <pc:picChg chg="del">
          <ac:chgData name="MADHU SUDHAN" userId="6f7be95bf11ffcbf" providerId="LiveId" clId="{053A7740-334C-4070-A272-76B240C46EBC}" dt="2026-10-14T07:54:44.283" v="684" actId="478"/>
          <ac:picMkLst>
            <pc:docMk/>
            <pc:sldMk cId="0" sldId="273"/>
            <ac:picMk id="4" creationId="{00000000-0000-0000-0000-000000000000}"/>
          </ac:picMkLst>
        </pc:picChg>
      </pc:sldChg>
      <pc:sldChg chg="modSp mod">
        <pc:chgData name="MADHU SUDHAN" userId="6f7be95bf11ffcbf" providerId="LiveId" clId="{053A7740-334C-4070-A272-76B240C46EBC}" dt="2026-10-14T07:59:39.303" v="765" actId="113"/>
        <pc:sldMkLst>
          <pc:docMk/>
          <pc:sldMk cId="0" sldId="274"/>
        </pc:sldMkLst>
        <pc:spChg chg="mod">
          <ac:chgData name="MADHU SUDHAN" userId="6f7be95bf11ffcbf" providerId="LiveId" clId="{053A7740-334C-4070-A272-76B240C46EBC}" dt="2026-10-14T07:59:39.303" v="765" actId="113"/>
          <ac:spMkLst>
            <pc:docMk/>
            <pc:sldMk cId="0" sldId="274"/>
            <ac:spMk id="2" creationId="{00000000-0000-0000-0000-000000000000}"/>
          </ac:spMkLst>
        </pc:spChg>
        <pc:spChg chg="mod">
          <ac:chgData name="MADHU SUDHAN" userId="6f7be95bf11ffcbf" providerId="LiveId" clId="{053A7740-334C-4070-A272-76B240C46EBC}" dt="2026-10-14T07:12:41.410" v="55" actId="1035"/>
          <ac:spMkLst>
            <pc:docMk/>
            <pc:sldMk cId="0" sldId="274"/>
            <ac:spMk id="3" creationId="{00000000-0000-0000-0000-000000000000}"/>
          </ac:spMkLst>
        </pc:spChg>
      </pc:sldChg>
      <pc:sldChg chg="addSp delSp modSp del mod">
        <pc:chgData name="MADHU SUDHAN" userId="6f7be95bf11ffcbf" providerId="LiveId" clId="{053A7740-334C-4070-A272-76B240C46EBC}" dt="2026-10-14T07:28:59.959" v="320" actId="2696"/>
        <pc:sldMkLst>
          <pc:docMk/>
          <pc:sldMk cId="0" sldId="276"/>
        </pc:sldMkLst>
        <pc:spChg chg="add mod">
          <ac:chgData name="MADHU SUDHAN" userId="6f7be95bf11ffcbf" providerId="LiveId" clId="{053A7740-334C-4070-A272-76B240C46EBC}" dt="2026-10-14T07:28:52.982" v="319" actId="21"/>
          <ac:spMkLst>
            <pc:docMk/>
            <pc:sldMk cId="0" sldId="276"/>
            <ac:spMk id="5" creationId="{056DB5C7-B0FD-9291-04A3-02C4253129A3}"/>
          </ac:spMkLst>
        </pc:spChg>
        <pc:graphicFrameChg chg="del modGraphic">
          <ac:chgData name="MADHU SUDHAN" userId="6f7be95bf11ffcbf" providerId="LiveId" clId="{053A7740-334C-4070-A272-76B240C46EBC}" dt="2026-10-14T07:28:52.982" v="319" actId="21"/>
          <ac:graphicFrameMkLst>
            <pc:docMk/>
            <pc:sldMk cId="0" sldId="276"/>
            <ac:graphicFrameMk id="4" creationId="{00000000-0000-0000-0000-000000000000}"/>
          </ac:graphicFrameMkLst>
        </pc:graphicFrameChg>
      </pc:sldChg>
      <pc:sldChg chg="addSp delSp modSp mod">
        <pc:chgData name="MADHU SUDHAN" userId="6f7be95bf11ffcbf" providerId="LiveId" clId="{053A7740-334C-4070-A272-76B240C46EBC}" dt="2026-10-14T07:35:28.673" v="384" actId="1076"/>
        <pc:sldMkLst>
          <pc:docMk/>
          <pc:sldMk cId="0" sldId="277"/>
        </pc:sldMkLst>
        <pc:spChg chg="mod">
          <ac:chgData name="MADHU SUDHAN" userId="6f7be95bf11ffcbf" providerId="LiveId" clId="{053A7740-334C-4070-A272-76B240C46EBC}" dt="2026-10-14T07:35:25.755" v="383" actId="1076"/>
          <ac:spMkLst>
            <pc:docMk/>
            <pc:sldMk cId="0" sldId="277"/>
            <ac:spMk id="5" creationId="{00000000-0000-0000-0000-000000000000}"/>
          </ac:spMkLst>
        </pc:spChg>
        <pc:picChg chg="del">
          <ac:chgData name="MADHU SUDHAN" userId="6f7be95bf11ffcbf" providerId="LiveId" clId="{053A7740-334C-4070-A272-76B240C46EBC}" dt="2026-10-14T07:35:01.628" v="376" actId="478"/>
          <ac:picMkLst>
            <pc:docMk/>
            <pc:sldMk cId="0" sldId="277"/>
            <ac:picMk id="6" creationId="{00000000-0000-0000-0000-000000000000}"/>
          </ac:picMkLst>
        </pc:picChg>
        <pc:picChg chg="add mod">
          <ac:chgData name="MADHU SUDHAN" userId="6f7be95bf11ffcbf" providerId="LiveId" clId="{053A7740-334C-4070-A272-76B240C46EBC}" dt="2026-10-14T07:35:28.673" v="384" actId="1076"/>
          <ac:picMkLst>
            <pc:docMk/>
            <pc:sldMk cId="0" sldId="277"/>
            <ac:picMk id="7" creationId="{DA3C51C8-37F9-0E97-1F61-D1A433310F05}"/>
          </ac:picMkLst>
        </pc:picChg>
      </pc:sldChg>
      <pc:sldChg chg="modSp mod">
        <pc:chgData name="MADHU SUDHAN" userId="6f7be95bf11ffcbf" providerId="LiveId" clId="{053A7740-334C-4070-A272-76B240C46EBC}" dt="2026-10-14T07:47:30.489" v="599" actId="2711"/>
        <pc:sldMkLst>
          <pc:docMk/>
          <pc:sldMk cId="0" sldId="278"/>
        </pc:sldMkLst>
        <pc:spChg chg="mod">
          <ac:chgData name="MADHU SUDHAN" userId="6f7be95bf11ffcbf" providerId="LiveId" clId="{053A7740-334C-4070-A272-76B240C46EBC}" dt="2026-10-14T07:47:30.489" v="599" actId="2711"/>
          <ac:spMkLst>
            <pc:docMk/>
            <pc:sldMk cId="0" sldId="278"/>
            <ac:spMk id="359408189" creationId="{00000000-0000-0000-0000-000000000000}"/>
          </ac:spMkLst>
        </pc:spChg>
        <pc:spChg chg="mod">
          <ac:chgData name="MADHU SUDHAN" userId="6f7be95bf11ffcbf" providerId="LiveId" clId="{053A7740-334C-4070-A272-76B240C46EBC}" dt="2026-10-14T07:33:39.818" v="375" actId="12"/>
          <ac:spMkLst>
            <pc:docMk/>
            <pc:sldMk cId="0" sldId="278"/>
            <ac:spMk id="1772962626" creationId="{00000000-0000-0000-0000-000000000000}"/>
          </ac:spMkLst>
        </pc:spChg>
      </pc:sldChg>
      <pc:sldChg chg="modSp mod">
        <pc:chgData name="MADHU SUDHAN" userId="6f7be95bf11ffcbf" providerId="LiveId" clId="{053A7740-334C-4070-A272-76B240C46EBC}" dt="2026-10-14T07:58:46.315" v="758" actId="2711"/>
        <pc:sldMkLst>
          <pc:docMk/>
          <pc:sldMk cId="0" sldId="280"/>
        </pc:sldMkLst>
        <pc:spChg chg="mod">
          <ac:chgData name="MADHU SUDHAN" userId="6f7be95bf11ffcbf" providerId="LiveId" clId="{053A7740-334C-4070-A272-76B240C46EBC}" dt="2026-10-14T07:58:46.315" v="758" actId="2711"/>
          <ac:spMkLst>
            <pc:docMk/>
            <pc:sldMk cId="0" sldId="280"/>
            <ac:spMk id="2" creationId="{00000000-0000-0000-0000-000000000000}"/>
          </ac:spMkLst>
        </pc:spChg>
        <pc:spChg chg="mod">
          <ac:chgData name="MADHU SUDHAN" userId="6f7be95bf11ffcbf" providerId="LiveId" clId="{053A7740-334C-4070-A272-76B240C46EBC}" dt="2026-10-14T07:58:25.365" v="746" actId="20577"/>
          <ac:spMkLst>
            <pc:docMk/>
            <pc:sldMk cId="0" sldId="280"/>
            <ac:spMk id="3" creationId="{00000000-0000-0000-0000-000000000000}"/>
          </ac:spMkLst>
        </pc:spChg>
      </pc:sldChg>
      <pc:sldChg chg="modSp mod">
        <pc:chgData name="MADHU SUDHAN" userId="6f7be95bf11ffcbf" providerId="LiveId" clId="{053A7740-334C-4070-A272-76B240C46EBC}" dt="2026-10-14T08:14:03.722" v="1120" actId="20577"/>
        <pc:sldMkLst>
          <pc:docMk/>
          <pc:sldMk cId="0" sldId="281"/>
        </pc:sldMkLst>
        <pc:spChg chg="mod">
          <ac:chgData name="MADHU SUDHAN" userId="6f7be95bf11ffcbf" providerId="LiveId" clId="{053A7740-334C-4070-A272-76B240C46EBC}" dt="2026-10-14T08:14:03.722" v="1120" actId="20577"/>
          <ac:spMkLst>
            <pc:docMk/>
            <pc:sldMk cId="0" sldId="281"/>
            <ac:spMk id="2" creationId="{00000000-0000-0000-0000-000000000000}"/>
          </ac:spMkLst>
        </pc:spChg>
        <pc:spChg chg="mod">
          <ac:chgData name="MADHU SUDHAN" userId="6f7be95bf11ffcbf" providerId="LiveId" clId="{053A7740-334C-4070-A272-76B240C46EBC}" dt="2026-10-14T07:37:09.993" v="414" actId="12"/>
          <ac:spMkLst>
            <pc:docMk/>
            <pc:sldMk cId="0" sldId="281"/>
            <ac:spMk id="3" creationId="{00000000-0000-0000-0000-000000000000}"/>
          </ac:spMkLst>
        </pc:spChg>
      </pc:sldChg>
      <pc:sldChg chg="addSp delSp modSp mod">
        <pc:chgData name="MADHU SUDHAN" userId="6f7be95bf11ffcbf" providerId="LiveId" clId="{053A7740-334C-4070-A272-76B240C46EBC}" dt="2026-10-14T07:59:08.793" v="760" actId="2711"/>
        <pc:sldMkLst>
          <pc:docMk/>
          <pc:sldMk cId="0" sldId="282"/>
        </pc:sldMkLst>
        <pc:spChg chg="mod">
          <ac:chgData name="MADHU SUDHAN" userId="6f7be95bf11ffcbf" providerId="LiveId" clId="{053A7740-334C-4070-A272-76B240C46EBC}" dt="2026-10-14T07:59:08.793" v="760" actId="2711"/>
          <ac:spMkLst>
            <pc:docMk/>
            <pc:sldMk cId="0" sldId="282"/>
            <ac:spMk id="2" creationId="{00000000-0000-0000-0000-000000000000}"/>
          </ac:spMkLst>
        </pc:spChg>
        <pc:spChg chg="add mod">
          <ac:chgData name="MADHU SUDHAN" userId="6f7be95bf11ffcbf" providerId="LiveId" clId="{053A7740-334C-4070-A272-76B240C46EBC}" dt="2026-10-14T07:31:13.178" v="328" actId="478"/>
          <ac:spMkLst>
            <pc:docMk/>
            <pc:sldMk cId="0" sldId="282"/>
            <ac:spMk id="7" creationId="{199AEF61-316F-B46F-EB2B-CAA057052106}"/>
          </ac:spMkLst>
        </pc:spChg>
        <pc:picChg chg="del">
          <ac:chgData name="MADHU SUDHAN" userId="6f7be95bf11ffcbf" providerId="LiveId" clId="{053A7740-334C-4070-A272-76B240C46EBC}" dt="2026-10-14T07:31:13.178" v="328" actId="478"/>
          <ac:picMkLst>
            <pc:docMk/>
            <pc:sldMk cId="0" sldId="282"/>
            <ac:picMk id="4" creationId="{00000000-0000-0000-0000-000000000000}"/>
          </ac:picMkLst>
        </pc:picChg>
        <pc:picChg chg="add mod">
          <ac:chgData name="MADHU SUDHAN" userId="6f7be95bf11ffcbf" providerId="LiveId" clId="{053A7740-334C-4070-A272-76B240C46EBC}" dt="2026-10-14T07:31:22.091" v="329" actId="1076"/>
          <ac:picMkLst>
            <pc:docMk/>
            <pc:sldMk cId="0" sldId="282"/>
            <ac:picMk id="5" creationId="{6375FB7A-BE9F-DC1E-2457-22316A9FE86F}"/>
          </ac:picMkLst>
        </pc:picChg>
      </pc:sldChg>
      <pc:sldChg chg="modSp del mod">
        <pc:chgData name="MADHU SUDHAN" userId="6f7be95bf11ffcbf" providerId="LiveId" clId="{053A7740-334C-4070-A272-76B240C46EBC}" dt="2026-10-14T07:56:38.247" v="716" actId="47"/>
        <pc:sldMkLst>
          <pc:docMk/>
          <pc:sldMk cId="0" sldId="284"/>
        </pc:sldMkLst>
        <pc:spChg chg="mod">
          <ac:chgData name="MADHU SUDHAN" userId="6f7be95bf11ffcbf" providerId="LiveId" clId="{053A7740-334C-4070-A272-76B240C46EBC}" dt="2026-10-14T07:56:21.737" v="715" actId="2711"/>
          <ac:spMkLst>
            <pc:docMk/>
            <pc:sldMk cId="0" sldId="284"/>
            <ac:spMk id="2" creationId="{00000000-0000-0000-0000-000000000000}"/>
          </ac:spMkLst>
        </pc:spChg>
      </pc:sldChg>
      <pc:sldChg chg="addSp delSp modSp mod">
        <pc:chgData name="MADHU SUDHAN" userId="6f7be95bf11ffcbf" providerId="LiveId" clId="{053A7740-334C-4070-A272-76B240C46EBC}" dt="2026-10-14T07:37:59.444" v="422" actId="478"/>
        <pc:sldMkLst>
          <pc:docMk/>
          <pc:sldMk cId="0" sldId="285"/>
        </pc:sldMkLst>
        <pc:spChg chg="add del mod">
          <ac:chgData name="MADHU SUDHAN" userId="6f7be95bf11ffcbf" providerId="LiveId" clId="{053A7740-334C-4070-A272-76B240C46EBC}" dt="2026-10-14T07:37:59.444" v="422" actId="478"/>
          <ac:spMkLst>
            <pc:docMk/>
            <pc:sldMk cId="0" sldId="285"/>
            <ac:spMk id="5" creationId="{676B8CEC-495D-4517-03C8-3C228774F50F}"/>
          </ac:spMkLst>
        </pc:spChg>
        <pc:picChg chg="del">
          <ac:chgData name="MADHU SUDHAN" userId="6f7be95bf11ffcbf" providerId="LiveId" clId="{053A7740-334C-4070-A272-76B240C46EBC}" dt="2026-10-14T07:37:18.919" v="415" actId="478"/>
          <ac:picMkLst>
            <pc:docMk/>
            <pc:sldMk cId="0" sldId="285"/>
            <ac:picMk id="4" creationId="{00000000-0000-0000-0000-000000000000}"/>
          </ac:picMkLst>
        </pc:picChg>
        <pc:picChg chg="add mod">
          <ac:chgData name="MADHU SUDHAN" userId="6f7be95bf11ffcbf" providerId="LiveId" clId="{053A7740-334C-4070-A272-76B240C46EBC}" dt="2026-10-14T07:37:42.479" v="420" actId="14100"/>
          <ac:picMkLst>
            <pc:docMk/>
            <pc:sldMk cId="0" sldId="285"/>
            <ac:picMk id="7" creationId="{DB493EFA-1ADE-6769-155C-D62EE84CDF15}"/>
          </ac:picMkLst>
        </pc:picChg>
      </pc:sldChg>
      <pc:sldChg chg="modSp mod">
        <pc:chgData name="MADHU SUDHAN" userId="6f7be95bf11ffcbf" providerId="LiveId" clId="{053A7740-334C-4070-A272-76B240C46EBC}" dt="2026-10-14T07:55:59.485" v="712" actId="12"/>
        <pc:sldMkLst>
          <pc:docMk/>
          <pc:sldMk cId="0" sldId="286"/>
        </pc:sldMkLst>
        <pc:spChg chg="mod">
          <ac:chgData name="MADHU SUDHAN" userId="6f7be95bf11ffcbf" providerId="LiveId" clId="{053A7740-334C-4070-A272-76B240C46EBC}" dt="2026-10-14T07:55:05.051" v="689" actId="20577"/>
          <ac:spMkLst>
            <pc:docMk/>
            <pc:sldMk cId="0" sldId="286"/>
            <ac:spMk id="2" creationId="{00000000-0000-0000-0000-000000000000}"/>
          </ac:spMkLst>
        </pc:spChg>
        <pc:spChg chg="mod">
          <ac:chgData name="MADHU SUDHAN" userId="6f7be95bf11ffcbf" providerId="LiveId" clId="{053A7740-334C-4070-A272-76B240C46EBC}" dt="2026-10-14T07:55:59.485" v="712" actId="12"/>
          <ac:spMkLst>
            <pc:docMk/>
            <pc:sldMk cId="0" sldId="286"/>
            <ac:spMk id="3" creationId="{00000000-0000-0000-0000-000000000000}"/>
          </ac:spMkLst>
        </pc:spChg>
      </pc:sldChg>
      <pc:sldChg chg="new del">
        <pc:chgData name="MADHU SUDHAN" userId="6f7be95bf11ffcbf" providerId="LiveId" clId="{053A7740-334C-4070-A272-76B240C46EBC}" dt="2026-10-14T07:38:38.575" v="427" actId="47"/>
        <pc:sldMkLst>
          <pc:docMk/>
          <pc:sldMk cId="3711055456" sldId="287"/>
        </pc:sldMkLst>
      </pc:sldChg>
      <pc:sldChg chg="new del">
        <pc:chgData name="MADHU SUDHAN" userId="6f7be95bf11ffcbf" providerId="LiveId" clId="{053A7740-334C-4070-A272-76B240C46EBC}" dt="2026-10-14T07:38:37.293" v="426" actId="47"/>
        <pc:sldMkLst>
          <pc:docMk/>
          <pc:sldMk cId="3565852076" sldId="288"/>
        </pc:sldMkLst>
      </pc:sldChg>
      <pc:sldChg chg="addSp modSp new mod">
        <pc:chgData name="MADHU SUDHAN" userId="6f7be95bf11ffcbf" providerId="LiveId" clId="{053A7740-334C-4070-A272-76B240C46EBC}" dt="2026-10-14T08:13:51.018" v="1112" actId="2711"/>
        <pc:sldMkLst>
          <pc:docMk/>
          <pc:sldMk cId="3358565834" sldId="289"/>
        </pc:sldMkLst>
        <pc:spChg chg="mod">
          <ac:chgData name="MADHU SUDHAN" userId="6f7be95bf11ffcbf" providerId="LiveId" clId="{053A7740-334C-4070-A272-76B240C46EBC}" dt="2026-10-14T08:13:51.018" v="1112" actId="2711"/>
          <ac:spMkLst>
            <pc:docMk/>
            <pc:sldMk cId="3358565834" sldId="289"/>
            <ac:spMk id="2" creationId="{F2B9DA06-CA28-8672-5A9D-5E93E92C9F57}"/>
          </ac:spMkLst>
        </pc:spChg>
        <pc:spChg chg="mod">
          <ac:chgData name="MADHU SUDHAN" userId="6f7be95bf11ffcbf" providerId="LiveId" clId="{053A7740-334C-4070-A272-76B240C46EBC}" dt="2026-10-14T07:41:05.480" v="544" actId="27636"/>
          <ac:spMkLst>
            <pc:docMk/>
            <pc:sldMk cId="3358565834" sldId="289"/>
            <ac:spMk id="3" creationId="{D7BF3DBB-5D65-EA21-5C3A-3CA4C689FC5A}"/>
          </ac:spMkLst>
        </pc:spChg>
        <pc:picChg chg="add">
          <ac:chgData name="MADHU SUDHAN" userId="6f7be95bf11ffcbf" providerId="LiveId" clId="{053A7740-334C-4070-A272-76B240C46EBC}" dt="2026-10-14T07:41:19.928" v="545" actId="22"/>
          <ac:picMkLst>
            <pc:docMk/>
            <pc:sldMk cId="3358565834" sldId="289"/>
            <ac:picMk id="5" creationId="{4D9F97B2-6F03-FEC5-C2FE-DE1AB9AD6100}"/>
          </ac:picMkLst>
        </pc:picChg>
        <pc:picChg chg="add">
          <ac:chgData name="MADHU SUDHAN" userId="6f7be95bf11ffcbf" providerId="LiveId" clId="{053A7740-334C-4070-A272-76B240C46EBC}" dt="2026-10-14T07:41:28.967" v="546" actId="22"/>
          <ac:picMkLst>
            <pc:docMk/>
            <pc:sldMk cId="3358565834" sldId="289"/>
            <ac:picMk id="7" creationId="{A89E4071-3FF1-7B25-B7BB-56C688FB5079}"/>
          </ac:picMkLst>
        </pc:picChg>
      </pc:sldChg>
      <pc:sldChg chg="addSp delSp modSp new mod">
        <pc:chgData name="MADHU SUDHAN" userId="6f7be95bf11ffcbf" providerId="LiveId" clId="{053A7740-334C-4070-A272-76B240C46EBC}" dt="2026-10-14T07:48:48.073" v="610" actId="21"/>
        <pc:sldMkLst>
          <pc:docMk/>
          <pc:sldMk cId="1788065232" sldId="290"/>
        </pc:sldMkLst>
        <pc:spChg chg="mod">
          <ac:chgData name="MADHU SUDHAN" userId="6f7be95bf11ffcbf" providerId="LiveId" clId="{053A7740-334C-4070-A272-76B240C46EBC}" dt="2026-10-14T07:44:34.386" v="571" actId="20577"/>
          <ac:spMkLst>
            <pc:docMk/>
            <pc:sldMk cId="1788065232" sldId="290"/>
            <ac:spMk id="2" creationId="{569BC4DE-5AFF-E563-558B-468D9730C735}"/>
          </ac:spMkLst>
        </pc:spChg>
        <pc:spChg chg="del">
          <ac:chgData name="MADHU SUDHAN" userId="6f7be95bf11ffcbf" providerId="LiveId" clId="{053A7740-334C-4070-A272-76B240C46EBC}" dt="2026-10-14T07:44:36.968" v="572" actId="22"/>
          <ac:spMkLst>
            <pc:docMk/>
            <pc:sldMk cId="1788065232" sldId="290"/>
            <ac:spMk id="3" creationId="{D710BE45-68D9-D06D-977E-7F2CEE8747D2}"/>
          </ac:spMkLst>
        </pc:spChg>
        <pc:picChg chg="add mod ord">
          <ac:chgData name="MADHU SUDHAN" userId="6f7be95bf11ffcbf" providerId="LiveId" clId="{053A7740-334C-4070-A272-76B240C46EBC}" dt="2026-10-14T07:44:44.108" v="574" actId="1076"/>
          <ac:picMkLst>
            <pc:docMk/>
            <pc:sldMk cId="1788065232" sldId="290"/>
            <ac:picMk id="5" creationId="{6219570D-420D-7771-7735-E61483A301E2}"/>
          </ac:picMkLst>
        </pc:picChg>
        <pc:picChg chg="add del">
          <ac:chgData name="MADHU SUDHAN" userId="6f7be95bf11ffcbf" providerId="LiveId" clId="{053A7740-334C-4070-A272-76B240C46EBC}" dt="2026-10-14T07:48:48.073" v="610" actId="21"/>
          <ac:picMkLst>
            <pc:docMk/>
            <pc:sldMk cId="1788065232" sldId="290"/>
            <ac:picMk id="7" creationId="{2BFC8541-FDEF-E066-D9E2-F8D302DBDDA6}"/>
          </ac:picMkLst>
        </pc:picChg>
        <pc:picChg chg="add">
          <ac:chgData name="MADHU SUDHAN" userId="6f7be95bf11ffcbf" providerId="LiveId" clId="{053A7740-334C-4070-A272-76B240C46EBC}" dt="2026-10-14T07:45:04.352" v="576" actId="22"/>
          <ac:picMkLst>
            <pc:docMk/>
            <pc:sldMk cId="1788065232" sldId="290"/>
            <ac:picMk id="9" creationId="{BE0A43FA-73F7-9B5C-B37E-A0B4084D48FE}"/>
          </ac:picMkLst>
        </pc:picChg>
      </pc:sldChg>
      <pc:sldChg chg="addSp modSp new mod">
        <pc:chgData name="MADHU SUDHAN" userId="6f7be95bf11ffcbf" providerId="LiveId" clId="{053A7740-334C-4070-A272-76B240C46EBC}" dt="2026-10-14T07:50:59.154" v="651" actId="1036"/>
        <pc:sldMkLst>
          <pc:docMk/>
          <pc:sldMk cId="636748807" sldId="291"/>
        </pc:sldMkLst>
        <pc:spChg chg="mod">
          <ac:chgData name="MADHU SUDHAN" userId="6f7be95bf11ffcbf" providerId="LiveId" clId="{053A7740-334C-4070-A272-76B240C46EBC}" dt="2026-10-14T07:49:06.768" v="613" actId="14100"/>
          <ac:spMkLst>
            <pc:docMk/>
            <pc:sldMk cId="636748807" sldId="291"/>
            <ac:spMk id="2" creationId="{697F8BF7-3F62-01FB-FA2E-59B09BB8655F}"/>
          </ac:spMkLst>
        </pc:spChg>
        <pc:spChg chg="mod">
          <ac:chgData name="MADHU SUDHAN" userId="6f7be95bf11ffcbf" providerId="LiveId" clId="{053A7740-334C-4070-A272-76B240C46EBC}" dt="2026-10-14T07:50:59.154" v="651" actId="1036"/>
          <ac:spMkLst>
            <pc:docMk/>
            <pc:sldMk cId="636748807" sldId="291"/>
            <ac:spMk id="3" creationId="{B6E05D23-B538-99B9-0015-84F60D665C67}"/>
          </ac:spMkLst>
        </pc:spChg>
        <pc:picChg chg="add">
          <ac:chgData name="MADHU SUDHAN" userId="6f7be95bf11ffcbf" providerId="LiveId" clId="{053A7740-334C-4070-A272-76B240C46EBC}" dt="2026-10-14T07:48:53.769" v="611" actId="22"/>
          <ac:picMkLst>
            <pc:docMk/>
            <pc:sldMk cId="636748807" sldId="291"/>
            <ac:picMk id="5" creationId="{457C4F3F-0EC8-66F3-322A-C6437E5595D9}"/>
          </ac:picMkLst>
        </pc:picChg>
        <pc:picChg chg="add">
          <ac:chgData name="MADHU SUDHAN" userId="6f7be95bf11ffcbf" providerId="LiveId" clId="{053A7740-334C-4070-A272-76B240C46EBC}" dt="2026-10-14T07:49:15.976" v="614" actId="22"/>
          <ac:picMkLst>
            <pc:docMk/>
            <pc:sldMk cId="636748807" sldId="291"/>
            <ac:picMk id="7" creationId="{C0C569AA-3BE6-358D-ADEA-976AE77BDB29}"/>
          </ac:picMkLst>
        </pc:picChg>
      </pc:sldChg>
      <pc:sldChg chg="addSp delSp modSp new mod">
        <pc:chgData name="MADHU SUDHAN" userId="6f7be95bf11ffcbf" providerId="LiveId" clId="{053A7740-334C-4070-A272-76B240C46EBC}" dt="2026-10-14T07:54:06.448" v="683" actId="1076"/>
        <pc:sldMkLst>
          <pc:docMk/>
          <pc:sldMk cId="3128206124" sldId="292"/>
        </pc:sldMkLst>
        <pc:spChg chg="mod">
          <ac:chgData name="MADHU SUDHAN" userId="6f7be95bf11ffcbf" providerId="LiveId" clId="{053A7740-334C-4070-A272-76B240C46EBC}" dt="2026-10-14T07:51:33.568" v="675" actId="113"/>
          <ac:spMkLst>
            <pc:docMk/>
            <pc:sldMk cId="3128206124" sldId="292"/>
            <ac:spMk id="2" creationId="{20F60542-807E-F1AE-08F0-93FE622601DB}"/>
          </ac:spMkLst>
        </pc:spChg>
        <pc:spChg chg="del">
          <ac:chgData name="MADHU SUDHAN" userId="6f7be95bf11ffcbf" providerId="LiveId" clId="{053A7740-334C-4070-A272-76B240C46EBC}" dt="2026-10-14T07:53:44.133" v="676" actId="22"/>
          <ac:spMkLst>
            <pc:docMk/>
            <pc:sldMk cId="3128206124" sldId="292"/>
            <ac:spMk id="3" creationId="{3A3AFDC8-1012-F113-73A6-3535350201BE}"/>
          </ac:spMkLst>
        </pc:spChg>
        <pc:picChg chg="add">
          <ac:chgData name="MADHU SUDHAN" userId="6f7be95bf11ffcbf" providerId="LiveId" clId="{053A7740-334C-4070-A272-76B240C46EBC}" dt="2026-10-14T07:51:07.009" v="652" actId="22"/>
          <ac:picMkLst>
            <pc:docMk/>
            <pc:sldMk cId="3128206124" sldId="292"/>
            <ac:picMk id="5" creationId="{8343918D-AE29-BFBA-3DD6-27C011D67844}"/>
          </ac:picMkLst>
        </pc:picChg>
        <pc:picChg chg="add">
          <ac:chgData name="MADHU SUDHAN" userId="6f7be95bf11ffcbf" providerId="LiveId" clId="{053A7740-334C-4070-A272-76B240C46EBC}" dt="2026-10-14T07:51:14.282" v="653" actId="22"/>
          <ac:picMkLst>
            <pc:docMk/>
            <pc:sldMk cId="3128206124" sldId="292"/>
            <ac:picMk id="7" creationId="{5577CCE5-8D6A-E656-15E3-4FFD4BBF0A17}"/>
          </ac:picMkLst>
        </pc:picChg>
        <pc:picChg chg="add mod ord">
          <ac:chgData name="MADHU SUDHAN" userId="6f7be95bf11ffcbf" providerId="LiveId" clId="{053A7740-334C-4070-A272-76B240C46EBC}" dt="2026-10-14T07:54:06.448" v="683" actId="1076"/>
          <ac:picMkLst>
            <pc:docMk/>
            <pc:sldMk cId="3128206124" sldId="292"/>
            <ac:picMk id="9" creationId="{536F31E5-D3F7-4AED-FECD-E98CDE087E0D}"/>
          </ac:picMkLst>
        </pc:picChg>
      </pc:sldChg>
      <pc:sldChg chg="addSp delSp modSp new mod">
        <pc:chgData name="MADHU SUDHAN" userId="6f7be95bf11ffcbf" providerId="LiveId" clId="{053A7740-334C-4070-A272-76B240C46EBC}" dt="2026-10-14T08:15:31.328" v="1142" actId="478"/>
        <pc:sldMkLst>
          <pc:docMk/>
          <pc:sldMk cId="2669610587" sldId="293"/>
        </pc:sldMkLst>
        <pc:spChg chg="mod">
          <ac:chgData name="MADHU SUDHAN" userId="6f7be95bf11ffcbf" providerId="LiveId" clId="{053A7740-334C-4070-A272-76B240C46EBC}" dt="2026-10-14T08:12:25.679" v="1099" actId="2711"/>
          <ac:spMkLst>
            <pc:docMk/>
            <pc:sldMk cId="2669610587" sldId="293"/>
            <ac:spMk id="2" creationId="{23A89786-A2B9-4A74-A4E7-F45DA3BF52F4}"/>
          </ac:spMkLst>
        </pc:spChg>
        <pc:spChg chg="del">
          <ac:chgData name="MADHU SUDHAN" userId="6f7be95bf11ffcbf" providerId="LiveId" clId="{053A7740-334C-4070-A272-76B240C46EBC}" dt="2026-10-14T08:15:31.328" v="1142" actId="478"/>
          <ac:spMkLst>
            <pc:docMk/>
            <pc:sldMk cId="2669610587" sldId="293"/>
            <ac:spMk id="3" creationId="{3A2966D6-7792-322B-FD38-ED4BCF320515}"/>
          </ac:spMkLst>
        </pc:spChg>
        <pc:picChg chg="add">
          <ac:chgData name="MADHU SUDHAN" userId="6f7be95bf11ffcbf" providerId="LiveId" clId="{053A7740-334C-4070-A272-76B240C46EBC}" dt="2026-10-14T08:12:32.760" v="1100" actId="22"/>
          <ac:picMkLst>
            <pc:docMk/>
            <pc:sldMk cId="2669610587" sldId="293"/>
            <ac:picMk id="5" creationId="{2834D4A8-1F6A-4506-1300-15AD700505B9}"/>
          </ac:picMkLst>
        </pc:picChg>
        <pc:picChg chg="add">
          <ac:chgData name="MADHU SUDHAN" userId="6f7be95bf11ffcbf" providerId="LiveId" clId="{053A7740-334C-4070-A272-76B240C46EBC}" dt="2026-10-14T08:12:42.025" v="1101" actId="22"/>
          <ac:picMkLst>
            <pc:docMk/>
            <pc:sldMk cId="2669610587" sldId="293"/>
            <ac:picMk id="7" creationId="{2B5433DA-4C87-59E9-A765-4FB7564CE472}"/>
          </ac:picMkLst>
        </pc:picChg>
        <pc:picChg chg="add mod">
          <ac:chgData name="MADHU SUDHAN" userId="6f7be95bf11ffcbf" providerId="LiveId" clId="{053A7740-334C-4070-A272-76B240C46EBC}" dt="2026-10-14T08:15:25.586" v="1141" actId="14100"/>
          <ac:picMkLst>
            <pc:docMk/>
            <pc:sldMk cId="2669610587" sldId="293"/>
            <ac:picMk id="9" creationId="{030C1A0B-3E88-8403-E1BE-3070999CA006}"/>
          </ac:picMkLst>
        </pc:picChg>
      </pc:sldChg>
      <pc:sldChg chg="addSp modSp new mod">
        <pc:chgData name="MADHU SUDHAN" userId="6f7be95bf11ffcbf" providerId="LiveId" clId="{053A7740-334C-4070-A272-76B240C46EBC}" dt="2026-10-14T08:16:36.787" v="1156" actId="20577"/>
        <pc:sldMkLst>
          <pc:docMk/>
          <pc:sldMk cId="2869665178" sldId="294"/>
        </pc:sldMkLst>
        <pc:spChg chg="mod">
          <ac:chgData name="MADHU SUDHAN" userId="6f7be95bf11ffcbf" providerId="LiveId" clId="{053A7740-334C-4070-A272-76B240C46EBC}" dt="2026-10-14T08:14:44.293" v="1133" actId="2711"/>
          <ac:spMkLst>
            <pc:docMk/>
            <pc:sldMk cId="2869665178" sldId="294"/>
            <ac:spMk id="2" creationId="{590CE8A1-5928-6226-F906-834A4B533187}"/>
          </ac:spMkLst>
        </pc:spChg>
        <pc:spChg chg="mod">
          <ac:chgData name="MADHU SUDHAN" userId="6f7be95bf11ffcbf" providerId="LiveId" clId="{053A7740-334C-4070-A272-76B240C46EBC}" dt="2026-10-14T08:16:36.787" v="1156" actId="20577"/>
          <ac:spMkLst>
            <pc:docMk/>
            <pc:sldMk cId="2869665178" sldId="294"/>
            <ac:spMk id="3" creationId="{5C9E0E3D-44C8-02FB-BD68-903F2A3E068A}"/>
          </ac:spMkLst>
        </pc:spChg>
        <pc:picChg chg="add">
          <ac:chgData name="MADHU SUDHAN" userId="6f7be95bf11ffcbf" providerId="LiveId" clId="{053A7740-334C-4070-A272-76B240C46EBC}" dt="2026-10-14T08:14:51.485" v="1134" actId="22"/>
          <ac:picMkLst>
            <pc:docMk/>
            <pc:sldMk cId="2869665178" sldId="294"/>
            <ac:picMk id="5" creationId="{D19952B6-E27E-8D33-F98E-A52F8C171CBE}"/>
          </ac:picMkLst>
        </pc:picChg>
        <pc:picChg chg="add">
          <ac:chgData name="MADHU SUDHAN" userId="6f7be95bf11ffcbf" providerId="LiveId" clId="{053A7740-334C-4070-A272-76B240C46EBC}" dt="2026-10-14T08:15:00.556" v="1135" actId="22"/>
          <ac:picMkLst>
            <pc:docMk/>
            <pc:sldMk cId="2869665178" sldId="294"/>
            <ac:picMk id="7" creationId="{551EB8EF-0A5E-EFAD-4F41-505591D9BF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3"/>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5F53D1-E87B-66B2-5235-2F56EF049DD3}"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F75543-039B-162A-3564-A83232B7D8D1}" type="slidenum">
              <a:r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8A2FE6-D2BA-6030-8B59-D6026CACF60D}" type="slidenum">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460351-6AC4-EDC0-23BA-A5960CC2E70D}" type="slidenum">
              <a:r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084F0E42-8A92-064A-CCAB-8DDF6265F6FB}" type="slidenum">
              <a:r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endParaRPr lang="en-IN"/>
          </a:p>
        </p:txBody>
      </p:sp>
    </p:spTree>
    <p:extLst>
      <p:ext uri="{BB962C8B-B14F-4D97-AF65-F5344CB8AC3E}">
        <p14:creationId xmlns:p14="http://schemas.microsoft.com/office/powerpoint/2010/main" val="4186649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460351-6AC4-EDC0-23BA-A5960CC2E70D}"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E847DE-37C7-770A-5932-B8F23DFC1B27}" type="slidenum">
              <a:rP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703679720" name="Title 1"/>
          <p:cNvSpPr>
            <a:spLocks noGrp="1"/>
          </p:cNvSpPr>
          <p:nvPr>
            <p:ph type="ctrTitle"/>
          </p:nvPr>
        </p:nvSpPr>
        <p:spPr bwMode="auto">
          <a:xfrm>
            <a:off x="914400" y="2130426"/>
            <a:ext cx="10363200" cy="1470025"/>
          </a:xfrm>
        </p:spPr>
        <p:txBody>
          <a:bodyPr/>
          <a:lstStyle/>
          <a:p>
            <a:pPr>
              <a:defRPr/>
            </a:pPr>
            <a:r>
              <a:rPr lang="en-US"/>
              <a:t>Click to edit Master title style</a:t>
            </a:r>
          </a:p>
        </p:txBody>
      </p:sp>
      <p:sp>
        <p:nvSpPr>
          <p:cNvPr id="289560211" name="Subtitle 2"/>
          <p:cNvSpPr>
            <a:spLocks noGrp="1"/>
          </p:cNvSpPr>
          <p:nvPr>
            <p:ph type="subTitle" idx="1"/>
          </p:nvPr>
        </p:nvSpPr>
        <p:spPr bwMode="auto">
          <a:xfrm>
            <a:off x="1828800" y="3886200"/>
            <a:ext cx="85344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748333830" name="Date Placeholder 3"/>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264875781" name="Footer Placeholder 4"/>
          <p:cNvSpPr>
            <a:spLocks noGrp="1"/>
          </p:cNvSpPr>
          <p:nvPr>
            <p:ph type="ftr" sz="quarter" idx="11"/>
          </p:nvPr>
        </p:nvSpPr>
        <p:spPr bwMode="auto"/>
        <p:txBody>
          <a:bodyPr/>
          <a:lstStyle/>
          <a:p>
            <a:pPr>
              <a:defRPr/>
            </a:pPr>
            <a:endParaRPr lang="en-US"/>
          </a:p>
        </p:txBody>
      </p:sp>
      <p:sp>
        <p:nvSpPr>
          <p:cNvPr id="156072360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856439996" name="Title 1"/>
          <p:cNvSpPr>
            <a:spLocks noGrp="1"/>
          </p:cNvSpPr>
          <p:nvPr>
            <p:ph type="title"/>
          </p:nvPr>
        </p:nvSpPr>
        <p:spPr bwMode="auto"/>
        <p:txBody>
          <a:bodyPr/>
          <a:lstStyle/>
          <a:p>
            <a:pPr>
              <a:defRPr/>
            </a:pPr>
            <a:r>
              <a:rPr lang="en-US"/>
              <a:t>Click to edit Master title style</a:t>
            </a:r>
          </a:p>
        </p:txBody>
      </p:sp>
      <p:sp>
        <p:nvSpPr>
          <p:cNvPr id="489053657" name="Content Placeholder 2"/>
          <p:cNvSpPr>
            <a:spLocks noGrp="1"/>
          </p:cNvSpPr>
          <p:nvPr>
            <p:ph idx="1"/>
          </p:nvPr>
        </p:nvSpPr>
        <p:spPr bwMode="auto"/>
        <p:txBody>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068918548" name="Date Placeholder 3"/>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115496304" name="Footer Placeholder 4"/>
          <p:cNvSpPr>
            <a:spLocks noGrp="1"/>
          </p:cNvSpPr>
          <p:nvPr>
            <p:ph type="ftr" sz="quarter" idx="11"/>
          </p:nvPr>
        </p:nvSpPr>
        <p:spPr bwMode="auto"/>
        <p:txBody>
          <a:bodyPr/>
          <a:lstStyle/>
          <a:p>
            <a:pPr>
              <a:defRPr/>
            </a:pPr>
            <a:endParaRPr lang="en-US"/>
          </a:p>
        </p:txBody>
      </p:sp>
      <p:sp>
        <p:nvSpPr>
          <p:cNvPr id="78396504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2781496" name="Title 1"/>
          <p:cNvSpPr>
            <a:spLocks noGrp="1"/>
          </p:cNvSpPr>
          <p:nvPr>
            <p:ph type="title"/>
          </p:nvPr>
        </p:nvSpPr>
        <p:spPr bwMode="auto">
          <a:xfrm>
            <a:off x="963084" y="4406901"/>
            <a:ext cx="10363200" cy="1362075"/>
          </a:xfrm>
        </p:spPr>
        <p:txBody>
          <a:bodyPr anchor="t"/>
          <a:lstStyle>
            <a:lvl1pPr algn="l">
              <a:defRPr sz="4000" b="1" cap="all"/>
            </a:lvl1pPr>
          </a:lstStyle>
          <a:p>
            <a:pPr>
              <a:defRPr/>
            </a:pPr>
            <a:r>
              <a:rPr lang="en-US"/>
              <a:t>Click to edit Master title style</a:t>
            </a:r>
          </a:p>
        </p:txBody>
      </p:sp>
      <p:sp>
        <p:nvSpPr>
          <p:cNvPr id="495666591" name="Text Placeholder 2"/>
          <p:cNvSpPr>
            <a:spLocks noGrp="1"/>
          </p:cNvSpPr>
          <p:nvPr>
            <p:ph type="body" idx="1"/>
          </p:nvPr>
        </p:nvSpPr>
        <p:spPr bwMode="auto">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199770313" name="Date Placeholder 3"/>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657720777" name="Footer Placeholder 4"/>
          <p:cNvSpPr>
            <a:spLocks noGrp="1"/>
          </p:cNvSpPr>
          <p:nvPr>
            <p:ph type="ftr" sz="quarter" idx="11"/>
          </p:nvPr>
        </p:nvSpPr>
        <p:spPr bwMode="auto"/>
        <p:txBody>
          <a:bodyPr/>
          <a:lstStyle/>
          <a:p>
            <a:pPr>
              <a:defRPr/>
            </a:pPr>
            <a:endParaRPr lang="en-US"/>
          </a:p>
        </p:txBody>
      </p:sp>
      <p:sp>
        <p:nvSpPr>
          <p:cNvPr id="162290014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234572503" name="Title 1"/>
          <p:cNvSpPr>
            <a:spLocks noGrp="1"/>
          </p:cNvSpPr>
          <p:nvPr>
            <p:ph type="title"/>
          </p:nvPr>
        </p:nvSpPr>
        <p:spPr bwMode="auto"/>
        <p:txBody>
          <a:bodyPr/>
          <a:lstStyle/>
          <a:p>
            <a:pPr>
              <a:defRPr/>
            </a:pPr>
            <a:r>
              <a:rPr lang="en-US"/>
              <a:t>Click to edit Master title style</a:t>
            </a:r>
          </a:p>
        </p:txBody>
      </p:sp>
      <p:sp>
        <p:nvSpPr>
          <p:cNvPr id="275323456" name="Content Placeholder 2"/>
          <p:cNvSpPr>
            <a:spLocks noGrp="1"/>
          </p:cNvSpPr>
          <p:nvPr>
            <p:ph sz="half" idx="1"/>
          </p:nvPr>
        </p:nvSpPr>
        <p:spPr bwMode="auto">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80000123" name="Content Placeholder 3"/>
          <p:cNvSpPr>
            <a:spLocks noGrp="1"/>
          </p:cNvSpPr>
          <p:nvPr>
            <p:ph sz="half" idx="2"/>
          </p:nvPr>
        </p:nvSpPr>
        <p:spPr bwMode="auto">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911584529" name="Date Placeholder 4"/>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838358067" name="Footer Placeholder 5"/>
          <p:cNvSpPr>
            <a:spLocks noGrp="1"/>
          </p:cNvSpPr>
          <p:nvPr>
            <p:ph type="ftr" sz="quarter" idx="11"/>
          </p:nvPr>
        </p:nvSpPr>
        <p:spPr bwMode="auto"/>
        <p:txBody>
          <a:bodyPr/>
          <a:lstStyle/>
          <a:p>
            <a:pPr>
              <a:defRPr/>
            </a:pPr>
            <a:endParaRPr lang="en-US"/>
          </a:p>
        </p:txBody>
      </p:sp>
      <p:sp>
        <p:nvSpPr>
          <p:cNvPr id="160630383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44523846" name="Title 1"/>
          <p:cNvSpPr>
            <a:spLocks noGrp="1"/>
          </p:cNvSpPr>
          <p:nvPr>
            <p:ph type="title"/>
          </p:nvPr>
        </p:nvSpPr>
        <p:spPr bwMode="auto"/>
        <p:txBody>
          <a:bodyPr/>
          <a:lstStyle>
            <a:lvl1pPr>
              <a:defRPr/>
            </a:lvl1pPr>
          </a:lstStyle>
          <a:p>
            <a:pPr>
              <a:defRPr/>
            </a:pPr>
            <a:r>
              <a:rPr lang="en-US"/>
              <a:t>Click to edit Master title style</a:t>
            </a:r>
          </a:p>
        </p:txBody>
      </p:sp>
      <p:sp>
        <p:nvSpPr>
          <p:cNvPr id="1628208233" name="Text Placeholder 2"/>
          <p:cNvSpPr>
            <a:spLocks noGrp="1"/>
          </p:cNvSpPr>
          <p:nvPr>
            <p:ph type="body" idx="1"/>
          </p:nvPr>
        </p:nvSpPr>
        <p:spPr bwMode="auto">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1395133232" name="Content Placeholder 3"/>
          <p:cNvSpPr>
            <a:spLocks noGrp="1"/>
          </p:cNvSpPr>
          <p:nvPr>
            <p:ph sz="half" idx="2"/>
          </p:nvPr>
        </p:nvSpPr>
        <p:spPr bwMode="auto">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431793537" name="Text Placeholder 4"/>
          <p:cNvSpPr>
            <a:spLocks noGrp="1"/>
          </p:cNvSpPr>
          <p:nvPr>
            <p:ph type="body" sz="quarter" idx="3"/>
          </p:nvPr>
        </p:nvSpPr>
        <p:spPr bwMode="auto">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282396808" name="Content Placeholder 5"/>
          <p:cNvSpPr>
            <a:spLocks noGrp="1"/>
          </p:cNvSpPr>
          <p:nvPr>
            <p:ph sz="quarter" idx="4"/>
          </p:nvPr>
        </p:nvSpPr>
        <p:spPr bwMode="auto">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26196938" name="Date Placeholder 6"/>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74040494" name="Footer Placeholder 7"/>
          <p:cNvSpPr>
            <a:spLocks noGrp="1"/>
          </p:cNvSpPr>
          <p:nvPr>
            <p:ph type="ftr" sz="quarter" idx="11"/>
          </p:nvPr>
        </p:nvSpPr>
        <p:spPr bwMode="auto"/>
        <p:txBody>
          <a:bodyPr/>
          <a:lstStyle/>
          <a:p>
            <a:pPr>
              <a:defRPr/>
            </a:pPr>
            <a:endParaRPr lang="en-US"/>
          </a:p>
        </p:txBody>
      </p:sp>
      <p:sp>
        <p:nvSpPr>
          <p:cNvPr id="5039349"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216661884" name="Title 1"/>
          <p:cNvSpPr>
            <a:spLocks noGrp="1"/>
          </p:cNvSpPr>
          <p:nvPr>
            <p:ph type="title"/>
          </p:nvPr>
        </p:nvSpPr>
        <p:spPr bwMode="auto"/>
        <p:txBody>
          <a:bodyPr/>
          <a:lstStyle/>
          <a:p>
            <a:pPr>
              <a:defRPr/>
            </a:pPr>
            <a:r>
              <a:rPr lang="en-US"/>
              <a:t>Click to edit Master title style</a:t>
            </a:r>
          </a:p>
        </p:txBody>
      </p:sp>
      <p:sp>
        <p:nvSpPr>
          <p:cNvPr id="2005216685" name="Date Placeholder 2"/>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288887386" name="Footer Placeholder 3"/>
          <p:cNvSpPr>
            <a:spLocks noGrp="1"/>
          </p:cNvSpPr>
          <p:nvPr>
            <p:ph type="ftr" sz="quarter" idx="11"/>
          </p:nvPr>
        </p:nvSpPr>
        <p:spPr bwMode="auto"/>
        <p:txBody>
          <a:bodyPr/>
          <a:lstStyle/>
          <a:p>
            <a:pPr>
              <a:defRPr/>
            </a:pPr>
            <a:endParaRPr lang="en-US"/>
          </a:p>
        </p:txBody>
      </p:sp>
      <p:sp>
        <p:nvSpPr>
          <p:cNvPr id="1688311622"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200554500" name="Date Placeholder 1"/>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839702776" name="Footer Placeholder 2"/>
          <p:cNvSpPr>
            <a:spLocks noGrp="1"/>
          </p:cNvSpPr>
          <p:nvPr>
            <p:ph type="ftr" sz="quarter" idx="11"/>
          </p:nvPr>
        </p:nvSpPr>
        <p:spPr bwMode="auto"/>
        <p:txBody>
          <a:bodyPr/>
          <a:lstStyle/>
          <a:p>
            <a:pPr>
              <a:defRPr/>
            </a:pPr>
            <a:endParaRPr lang="en-US"/>
          </a:p>
        </p:txBody>
      </p:sp>
      <p:sp>
        <p:nvSpPr>
          <p:cNvPr id="2109522331"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673254062" name="Title 1"/>
          <p:cNvSpPr>
            <a:spLocks noGrp="1"/>
          </p:cNvSpPr>
          <p:nvPr>
            <p:ph type="title"/>
          </p:nvPr>
        </p:nvSpPr>
        <p:spPr bwMode="auto">
          <a:xfrm>
            <a:off x="609601" y="273050"/>
            <a:ext cx="4011084" cy="1162050"/>
          </a:xfrm>
        </p:spPr>
        <p:txBody>
          <a:bodyPr anchor="b"/>
          <a:lstStyle>
            <a:lvl1pPr algn="l">
              <a:defRPr sz="2000" b="1"/>
            </a:lvl1pPr>
          </a:lstStyle>
          <a:p>
            <a:pPr>
              <a:defRPr/>
            </a:pPr>
            <a:r>
              <a:rPr lang="en-US"/>
              <a:t>Click to edit Master title style</a:t>
            </a:r>
          </a:p>
        </p:txBody>
      </p:sp>
      <p:sp>
        <p:nvSpPr>
          <p:cNvPr id="243477391" name="Content Placeholder 2"/>
          <p:cNvSpPr>
            <a:spLocks noGrp="1"/>
          </p:cNvSpPr>
          <p:nvPr>
            <p:ph idx="1"/>
          </p:nvPr>
        </p:nvSpPr>
        <p:spPr bwMode="auto">
          <a:xfrm>
            <a:off x="4766732"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06851772" name="Text Placeholder 3"/>
          <p:cNvSpPr>
            <a:spLocks noGrp="1"/>
          </p:cNvSpPr>
          <p:nvPr>
            <p:ph type="body" sz="half" idx="2"/>
          </p:nvPr>
        </p:nvSpPr>
        <p:spPr bwMode="auto">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677669042" name="Date Placeholder 4"/>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946878323" name="Footer Placeholder 5"/>
          <p:cNvSpPr>
            <a:spLocks noGrp="1"/>
          </p:cNvSpPr>
          <p:nvPr>
            <p:ph type="ftr" sz="quarter" idx="11"/>
          </p:nvPr>
        </p:nvSpPr>
        <p:spPr bwMode="auto"/>
        <p:txBody>
          <a:bodyPr/>
          <a:lstStyle/>
          <a:p>
            <a:pPr>
              <a:defRPr/>
            </a:pPr>
            <a:endParaRPr lang="en-US"/>
          </a:p>
        </p:txBody>
      </p:sp>
      <p:sp>
        <p:nvSpPr>
          <p:cNvPr id="112464139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099005500" name="Title 1"/>
          <p:cNvSpPr>
            <a:spLocks noGrp="1"/>
          </p:cNvSpPr>
          <p:nvPr>
            <p:ph type="title"/>
          </p:nvPr>
        </p:nvSpPr>
        <p:spPr bwMode="auto">
          <a:xfrm>
            <a:off x="2389717" y="4800600"/>
            <a:ext cx="7315200" cy="566738"/>
          </a:xfrm>
        </p:spPr>
        <p:txBody>
          <a:bodyPr anchor="b"/>
          <a:lstStyle>
            <a:lvl1pPr algn="l">
              <a:defRPr sz="2000" b="1"/>
            </a:lvl1pPr>
          </a:lstStyle>
          <a:p>
            <a:pPr>
              <a:defRPr/>
            </a:pPr>
            <a:r>
              <a:rPr lang="en-US"/>
              <a:t>Click to edit Master title style</a:t>
            </a:r>
          </a:p>
        </p:txBody>
      </p:sp>
      <p:sp>
        <p:nvSpPr>
          <p:cNvPr id="1521189633" name="Picture Placeholder 2"/>
          <p:cNvSpPr>
            <a:spLocks noGrp="1"/>
          </p:cNvSpPr>
          <p:nvPr>
            <p:ph type="pic" idx="1"/>
          </p:nvPr>
        </p:nvSpPr>
        <p:spPr bwMode="auto">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271993160"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828445728" name="Date Placeholder 4"/>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599486285" name="Footer Placeholder 5"/>
          <p:cNvSpPr>
            <a:spLocks noGrp="1"/>
          </p:cNvSpPr>
          <p:nvPr>
            <p:ph type="ftr" sz="quarter" idx="11"/>
          </p:nvPr>
        </p:nvSpPr>
        <p:spPr bwMode="auto"/>
        <p:txBody>
          <a:bodyPr/>
          <a:lstStyle/>
          <a:p>
            <a:pPr>
              <a:defRPr/>
            </a:pPr>
            <a:endParaRPr lang="en-US"/>
          </a:p>
        </p:txBody>
      </p:sp>
      <p:sp>
        <p:nvSpPr>
          <p:cNvPr id="162624468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520189230" name="Title 1"/>
          <p:cNvSpPr>
            <a:spLocks noGrp="1"/>
          </p:cNvSpPr>
          <p:nvPr>
            <p:ph type="title"/>
          </p:nvPr>
        </p:nvSpPr>
        <p:spPr bwMode="auto"/>
        <p:txBody>
          <a:bodyPr/>
          <a:lstStyle/>
          <a:p>
            <a:pPr>
              <a:defRPr/>
            </a:pPr>
            <a:r>
              <a:rPr lang="en-US"/>
              <a:t>Click to edit Master title style</a:t>
            </a:r>
          </a:p>
        </p:txBody>
      </p:sp>
      <p:sp>
        <p:nvSpPr>
          <p:cNvPr id="101840360" name="Vertical Text Placeholder 2"/>
          <p:cNvSpPr>
            <a:spLocks noGrp="1"/>
          </p:cNvSpPr>
          <p:nvPr>
            <p:ph type="body" orient="vert" idx="1"/>
          </p:nvPr>
        </p:nvSpPr>
        <p:spPr bwMode="auto"/>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092532397" name="Date Placeholder 3"/>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095721197" name="Footer Placeholder 4"/>
          <p:cNvSpPr>
            <a:spLocks noGrp="1"/>
          </p:cNvSpPr>
          <p:nvPr>
            <p:ph type="ftr" sz="quarter" idx="11"/>
          </p:nvPr>
        </p:nvSpPr>
        <p:spPr bwMode="auto"/>
        <p:txBody>
          <a:bodyPr/>
          <a:lstStyle/>
          <a:p>
            <a:pPr>
              <a:defRPr/>
            </a:pPr>
            <a:endParaRPr lang="en-US"/>
          </a:p>
        </p:txBody>
      </p:sp>
      <p:sp>
        <p:nvSpPr>
          <p:cNvPr id="204030022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365775968" name="Vertical Title 1"/>
          <p:cNvSpPr>
            <a:spLocks noGrp="1"/>
          </p:cNvSpPr>
          <p:nvPr>
            <p:ph type="title" orient="vert"/>
          </p:nvPr>
        </p:nvSpPr>
        <p:spPr bwMode="auto">
          <a:xfrm>
            <a:off x="8839200" y="274639"/>
            <a:ext cx="2743200" cy="5851525"/>
          </a:xfrm>
        </p:spPr>
        <p:txBody>
          <a:bodyPr vert="eaVert"/>
          <a:lstStyle/>
          <a:p>
            <a:pPr>
              <a:defRPr/>
            </a:pPr>
            <a:r>
              <a:rPr lang="en-US"/>
              <a:t>Click to edit Master title style</a:t>
            </a:r>
          </a:p>
        </p:txBody>
      </p:sp>
      <p:sp>
        <p:nvSpPr>
          <p:cNvPr id="1866136041" name="Vertical Text Placeholder 2"/>
          <p:cNvSpPr>
            <a:spLocks noGrp="1"/>
          </p:cNvSpPr>
          <p:nvPr>
            <p:ph type="body" orient="vert" idx="1"/>
          </p:nvPr>
        </p:nvSpPr>
        <p:spPr bwMode="auto">
          <a:xfrm>
            <a:off x="609600" y="274639"/>
            <a:ext cx="8026400" cy="5851525"/>
          </a:xfrm>
        </p:spPr>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2113857651" name="Date Placeholder 3"/>
          <p:cNvSpPr>
            <a:spLocks noGrp="1"/>
          </p:cNvSpPr>
          <p:nvPr>
            <p:ph type="dt" sz="half" idx="10"/>
          </p:nvPr>
        </p:nvSpPr>
        <p:spPr bwMode="auto"/>
        <p:txBody>
          <a:bodyPr/>
          <a:lstStyle/>
          <a:p>
            <a:pPr>
              <a:defRPr/>
            </a:pPr>
            <a:fld id="{5BCAD085-E8A6-8845-BD4E-CB4CCA059FC4}" type="datetimeFigureOut">
              <a:rPr lang="en-US"/>
              <a:t>10/21/2026</a:t>
            </a:fld>
            <a:endParaRPr lang="en-US"/>
          </a:p>
        </p:txBody>
      </p:sp>
      <p:sp>
        <p:nvSpPr>
          <p:cNvPr id="168125824" name="Footer Placeholder 4"/>
          <p:cNvSpPr>
            <a:spLocks noGrp="1"/>
          </p:cNvSpPr>
          <p:nvPr>
            <p:ph type="ftr" sz="quarter" idx="11"/>
          </p:nvPr>
        </p:nvSpPr>
        <p:spPr bwMode="auto"/>
        <p:txBody>
          <a:bodyPr/>
          <a:lstStyle/>
          <a:p>
            <a:pPr>
              <a:defRPr/>
            </a:pPr>
            <a:endParaRPr lang="en-US"/>
          </a:p>
        </p:txBody>
      </p:sp>
      <p:sp>
        <p:nvSpPr>
          <p:cNvPr id="149726271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756739332" name="Title Placeholder 1"/>
          <p:cNvSpPr>
            <a:spLocks noGrp="1"/>
          </p:cNvSpPr>
          <p:nvPr>
            <p:ph type="title"/>
          </p:nvPr>
        </p:nvSpPr>
        <p:spPr bwMode="auto">
          <a:xfrm>
            <a:off x="609600" y="274638"/>
            <a:ext cx="109728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1808623660" name="Text Placeholder 2"/>
          <p:cNvSpPr>
            <a:spLocks noGrp="1"/>
          </p:cNvSpPr>
          <p:nvPr>
            <p:ph type="body" idx="1"/>
          </p:nvPr>
        </p:nvSpPr>
        <p:spPr bwMode="auto">
          <a:xfrm>
            <a:off x="609600" y="1600201"/>
            <a:ext cx="10972800" cy="4525963"/>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598427338" name="Date Placeholder 3"/>
          <p:cNvSpPr>
            <a:spLocks noGrp="1"/>
          </p:cNvSpPr>
          <p:nvPr>
            <p:ph type="dt" sz="half" idx="2"/>
          </p:nvPr>
        </p:nvSpPr>
        <p:spPr bwMode="auto">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10/21/2026</a:t>
            </a:fld>
            <a:endParaRPr lang="en-US"/>
          </a:p>
        </p:txBody>
      </p:sp>
      <p:sp>
        <p:nvSpPr>
          <p:cNvPr id="1951696124" name="Footer Placeholder 4"/>
          <p:cNvSpPr>
            <a:spLocks noGrp="1"/>
          </p:cNvSpPr>
          <p:nvPr>
            <p:ph type="ftr" sz="quarter" idx="3"/>
          </p:nvPr>
        </p:nvSpPr>
        <p:spPr bwMode="auto">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981128037" name="Slide Number Placeholder 5"/>
          <p:cNvSpPr>
            <a:spLocks noGrp="1"/>
          </p:cNvSpPr>
          <p:nvPr>
            <p:ph type="sldNum" sz="quarter" idx="4"/>
          </p:nvPr>
        </p:nvSpPr>
        <p:spPr bwMode="auto">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ts val="0"/>
        </a:spcBef>
        <a:buNone/>
        <a:defRPr sz="4400">
          <a:solidFill>
            <a:schemeClr val="tx1"/>
          </a:solidFill>
          <a:latin typeface="+mj-lt"/>
          <a:ea typeface="+mj-ea"/>
          <a:cs typeface="+mj-cs"/>
        </a:defRPr>
      </a:lvl1pPr>
    </p:titleStyle>
    <p:bodyStyle>
      <a:lvl1pPr marL="342900" indent="-342900" algn="l" defTabSz="457200">
        <a:spcBef>
          <a:spcPts val="0"/>
        </a:spcBef>
        <a:buFont typeface="Arial" panose="020B0604020202090204"/>
        <a:buChar char="•"/>
        <a:defRPr sz="3200">
          <a:solidFill>
            <a:schemeClr val="tx1"/>
          </a:solidFill>
          <a:latin typeface="+mn-lt"/>
          <a:ea typeface="+mn-ea"/>
          <a:cs typeface="+mn-cs"/>
        </a:defRPr>
      </a:lvl1pPr>
      <a:lvl2pPr marL="742950" indent="-285750" algn="l" defTabSz="457200">
        <a:spcBef>
          <a:spcPts val="0"/>
        </a:spcBef>
        <a:buFont typeface="Arial" panose="020B0604020202090204"/>
        <a:buChar char="–"/>
        <a:defRPr sz="2800">
          <a:solidFill>
            <a:schemeClr val="tx1"/>
          </a:solidFill>
          <a:latin typeface="+mn-lt"/>
          <a:ea typeface="+mn-ea"/>
          <a:cs typeface="+mn-cs"/>
        </a:defRPr>
      </a:lvl2pPr>
      <a:lvl3pPr marL="1143000" indent="-228600" algn="l" defTabSz="457200">
        <a:spcBef>
          <a:spcPts val="0"/>
        </a:spcBef>
        <a:buFont typeface="Arial" panose="020B0604020202090204"/>
        <a:buChar char="•"/>
        <a:defRPr sz="2400">
          <a:solidFill>
            <a:schemeClr val="tx1"/>
          </a:solidFill>
          <a:latin typeface="+mn-lt"/>
          <a:ea typeface="+mn-ea"/>
          <a:cs typeface="+mn-cs"/>
        </a:defRPr>
      </a:lvl3pPr>
      <a:lvl4pPr marL="1600200" indent="-228600" algn="l" defTabSz="457200">
        <a:spcBef>
          <a:spcPts val="0"/>
        </a:spcBef>
        <a:buFont typeface="Arial" panose="020B0604020202090204"/>
        <a:buChar char="–"/>
        <a:defRPr sz="2000">
          <a:solidFill>
            <a:schemeClr val="tx1"/>
          </a:solidFill>
          <a:latin typeface="+mn-lt"/>
          <a:ea typeface="+mn-ea"/>
          <a:cs typeface="+mn-cs"/>
        </a:defRPr>
      </a:lvl4pPr>
      <a:lvl5pPr marL="2057400" indent="-228600" algn="l" defTabSz="457200">
        <a:spcBef>
          <a:spcPts val="0"/>
        </a:spcBef>
        <a:buFont typeface="Arial" panose="020B0604020202090204"/>
        <a:buChar char="»"/>
        <a:defRPr sz="2000">
          <a:solidFill>
            <a:schemeClr val="tx1"/>
          </a:solidFill>
          <a:latin typeface="+mn-lt"/>
          <a:ea typeface="+mn-ea"/>
          <a:cs typeface="+mn-cs"/>
        </a:defRPr>
      </a:lvl5pPr>
      <a:lvl6pPr marL="2514600" indent="-228600" algn="l" defTabSz="457200">
        <a:spcBef>
          <a:spcPts val="0"/>
        </a:spcBef>
        <a:buFont typeface="Arial" panose="020B0604020202090204"/>
        <a:buChar char="•"/>
        <a:defRPr sz="2000">
          <a:solidFill>
            <a:schemeClr val="tx1"/>
          </a:solidFill>
          <a:latin typeface="+mn-lt"/>
          <a:ea typeface="+mn-ea"/>
          <a:cs typeface="+mn-cs"/>
        </a:defRPr>
      </a:lvl6pPr>
      <a:lvl7pPr marL="2971800" indent="-228600" algn="l" defTabSz="457200">
        <a:spcBef>
          <a:spcPts val="0"/>
        </a:spcBef>
        <a:buFont typeface="Arial" panose="020B0604020202090204"/>
        <a:buChar char="•"/>
        <a:defRPr sz="2000">
          <a:solidFill>
            <a:schemeClr val="tx1"/>
          </a:solidFill>
          <a:latin typeface="+mn-lt"/>
          <a:ea typeface="+mn-ea"/>
          <a:cs typeface="+mn-cs"/>
        </a:defRPr>
      </a:lvl7pPr>
      <a:lvl8pPr marL="3429000" indent="-228600" algn="l" defTabSz="457200">
        <a:spcBef>
          <a:spcPts val="0"/>
        </a:spcBef>
        <a:buFont typeface="Arial" panose="020B0604020202090204"/>
        <a:buChar char="•"/>
        <a:defRPr sz="2000">
          <a:solidFill>
            <a:schemeClr val="tx1"/>
          </a:solidFill>
          <a:latin typeface="+mn-lt"/>
          <a:ea typeface="+mn-ea"/>
          <a:cs typeface="+mn-cs"/>
        </a:defRPr>
      </a:lvl8pPr>
      <a:lvl9pPr marL="3886200" indent="-228600" algn="l" defTabSz="457200">
        <a:spcBef>
          <a:spcPts val="0"/>
        </a:spcBef>
        <a:buFont typeface="Arial" panose="020B0604020202090204"/>
        <a:buChar char="•"/>
        <a:defRPr sz="2000">
          <a:solidFill>
            <a:schemeClr val="tx1"/>
          </a:solidFill>
          <a:latin typeface="+mn-lt"/>
          <a:ea typeface="+mn-ea"/>
          <a:cs typeface="+mn-cs"/>
        </a:defRPr>
      </a:lvl9pPr>
    </p:bodyStyle>
    <p:other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https://doi.org/10.1016/j.micpro.2022.104680" TargetMode="External"/><Relationship Id="rId7" Type="http://schemas.openxmlformats.org/officeDocument/2006/relationships/image" Target="../media/image11.png"/><Relationship Id="rId2" Type="http://schemas.openxmlformats.org/officeDocument/2006/relationships/hyperlink" Target="https://doi.org/10.11113/oiji2023.11n2.273" TargetMode="External"/><Relationship Id="rId1" Type="http://schemas.openxmlformats.org/officeDocument/2006/relationships/slideLayout" Target="../slideLayouts/slideLayout2.xml"/><Relationship Id="rId6" Type="http://schemas.openxmlformats.org/officeDocument/2006/relationships/hyperlink" Target="https://docs.streamlit.io/" TargetMode="External"/><Relationship Id="rId5" Type="http://schemas.openxmlformats.org/officeDocument/2006/relationships/hyperlink" Target="https://scikit-learn.org/stable/user_guide.html" TargetMode="External"/><Relationship Id="rId4" Type="http://schemas.openxmlformats.org/officeDocument/2006/relationships/hyperlink" Target="https://doi.org/10.1016/j.measen.2023.100728"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9063540" name="Subtitle 2"/>
          <p:cNvSpPr>
            <a:spLocks noGrp="1"/>
          </p:cNvSpPr>
          <p:nvPr>
            <p:ph type="subTitle" idx="1"/>
          </p:nvPr>
        </p:nvSpPr>
        <p:spPr bwMode="auto">
          <a:xfrm>
            <a:off x="1725714" y="3846719"/>
            <a:ext cx="8534400" cy="707404"/>
          </a:xfrm>
        </p:spPr>
        <p:txBody>
          <a:bodyPr>
            <a:noAutofit/>
          </a:bodyPr>
          <a:lstStyle/>
          <a:p>
            <a:pPr>
              <a:defRPr/>
            </a:pPr>
            <a:r>
              <a:rPr lang="en-US" altLang="en-US" sz="2400" dirty="0">
                <a:solidFill>
                  <a:schemeClr val="tx1"/>
                </a:solidFill>
                <a:latin typeface="Times New Roman" panose="02020503050405090304"/>
                <a:cs typeface="Times New Roman" panose="02020503050405090304"/>
              </a:rPr>
              <a:t>CSA1613-DATA WAREHOUSING AND DATA MINING</a:t>
            </a:r>
          </a:p>
        </p:txBody>
      </p:sp>
      <p:sp>
        <p:nvSpPr>
          <p:cNvPr id="721383892" name="Rectangle 1"/>
          <p:cNvSpPr>
            <a:spLocks noChangeArrowheads="1"/>
          </p:cNvSpPr>
          <p:nvPr/>
        </p:nvSpPr>
        <p:spPr bwMode="auto">
          <a:xfrm>
            <a:off x="5159058" y="2370234"/>
            <a:ext cx="12192000" cy="457200"/>
          </a:xfrm>
          <a:prstGeom prst="rect">
            <a:avLst/>
          </a:prstGeom>
          <a:noFill/>
          <a:ln>
            <a:noFill/>
          </a:ln>
          <a:effectLst/>
        </p:spPr>
        <p:txBody>
          <a:bodyPr vert="horz" wrap="none" lIns="91440" tIns="45720" rIns="91440" bIns="45720" numCol="1" anchor="ctr" anchorCtr="0" compatLnSpc="1">
            <a:spAutoFit/>
          </a:bodyPr>
          <a:lstStyle/>
          <a:p>
            <a:pPr>
              <a:defRPr/>
            </a:pPr>
            <a:endParaRPr lang="en-IN"/>
          </a:p>
        </p:txBody>
      </p:sp>
      <p:sp>
        <p:nvSpPr>
          <p:cNvPr id="1105076319" name="TextBox 9"/>
          <p:cNvSpPr txBox="1"/>
          <p:nvPr/>
        </p:nvSpPr>
        <p:spPr bwMode="auto">
          <a:xfrm>
            <a:off x="1334777" y="1835738"/>
            <a:ext cx="9047713" cy="1353185"/>
          </a:xfrm>
          <a:prstGeom prst="rect">
            <a:avLst/>
          </a:prstGeom>
          <a:noFill/>
        </p:spPr>
        <p:txBody>
          <a:bodyPr wrap="square" rtlCol="0">
            <a:noAutofit/>
          </a:bodyPr>
          <a:lstStyle/>
          <a:p>
            <a:pPr algn="ctr">
              <a:defRPr/>
            </a:pPr>
            <a:r>
              <a:rPr lang="en-US" altLang="en-US" sz="3200" b="1" dirty="0">
                <a:latin typeface="Times New Roman" panose="02020503050405090304"/>
              </a:rPr>
              <a:t>Geospatial Logistics Analytics for Delivery Demand and Location Clustering Using Spatial Data Mining and Association Pattern Discovery</a:t>
            </a:r>
          </a:p>
        </p:txBody>
      </p:sp>
      <p:sp>
        <p:nvSpPr>
          <p:cNvPr id="4" name="TextBox 3">
            <a:extLst>
              <a:ext uri="{FF2B5EF4-FFF2-40B4-BE49-F238E27FC236}">
                <a16:creationId xmlns:a16="http://schemas.microsoft.com/office/drawing/2014/main" id="{5CA7BF4C-3F2C-A5C4-0801-48222E3A022B}"/>
              </a:ext>
            </a:extLst>
          </p:cNvPr>
          <p:cNvSpPr txBox="1"/>
          <p:nvPr/>
        </p:nvSpPr>
        <p:spPr>
          <a:xfrm>
            <a:off x="661481" y="4931923"/>
            <a:ext cx="204280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GUIDED BY: </a:t>
            </a:r>
            <a:r>
              <a:rPr lang="en-IN" dirty="0" err="1">
                <a:latin typeface="Times New Roman" panose="02020603050405020304" pitchFamily="18" charset="0"/>
                <a:cs typeface="Times New Roman" panose="02020603050405020304" pitchFamily="18" charset="0"/>
              </a:rPr>
              <a:t>Dr.S.RENUGA</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2E0385-A574-ABF5-7B51-437AACB7F3A4}"/>
              </a:ext>
            </a:extLst>
          </p:cNvPr>
          <p:cNvSpPr txBox="1"/>
          <p:nvPr/>
        </p:nvSpPr>
        <p:spPr>
          <a:xfrm>
            <a:off x="8969820" y="4931923"/>
            <a:ext cx="299612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endParaRPr lang="en-IN" dirty="0">
              <a:latin typeface="Times New Roman" panose="02020603050405020304" pitchFamily="18" charset="0"/>
              <a:cs typeface="Times New Roman" panose="02020603050405020304" pitchFamily="18" charset="0"/>
            </a:endParaRPr>
          </a:p>
        </p:txBody>
      </p:sp>
      <p:pic>
        <p:nvPicPr>
          <p:cNvPr id="8" name="object 4">
            <a:extLst>
              <a:ext uri="{FF2B5EF4-FFF2-40B4-BE49-F238E27FC236}">
                <a16:creationId xmlns:a16="http://schemas.microsoft.com/office/drawing/2014/main" id="{B745D53D-AAB6-9FAC-C5C4-23586A4B3076}"/>
              </a:ext>
            </a:extLst>
          </p:cNvPr>
          <p:cNvPicPr/>
          <p:nvPr/>
        </p:nvPicPr>
        <p:blipFill>
          <a:blip r:embed="rId3" cstate="print"/>
          <a:stretch>
            <a:fillRect/>
          </a:stretch>
        </p:blipFill>
        <p:spPr>
          <a:xfrm>
            <a:off x="432140" y="358762"/>
            <a:ext cx="11121547" cy="12880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503050405090304" charset="0"/>
                <a:cs typeface="Times New Roman" panose="02020503050405090304" charset="0"/>
              </a:rPr>
              <a:t>Abstract</a:t>
            </a:r>
          </a:p>
        </p:txBody>
      </p:sp>
      <p:sp>
        <p:nvSpPr>
          <p:cNvPr id="3" name="Content Placeholder 2"/>
          <p:cNvSpPr>
            <a:spLocks noGrp="1"/>
          </p:cNvSpPr>
          <p:nvPr>
            <p:ph idx="1"/>
          </p:nvPr>
        </p:nvSpPr>
        <p:spPr>
          <a:xfrm>
            <a:off x="383627" y="1585303"/>
            <a:ext cx="11424745" cy="3881126"/>
          </a:xfrm>
        </p:spPr>
        <p:txBody>
          <a:bodyPr>
            <a:noAutofit/>
          </a:bodyPr>
          <a:lstStyle/>
          <a:p>
            <a:pPr marL="0" indent="0" algn="just">
              <a:buNone/>
            </a:pPr>
            <a:r>
              <a:rPr lang="en-IN" sz="2400" dirty="0"/>
              <a:t>Efficient last-mile delivery depends on knowing where customers order, when they order, and what they order together. This project, </a:t>
            </a:r>
            <a:r>
              <a:rPr lang="en-IN" sz="2400" i="1" dirty="0"/>
              <a:t>Geospatial Logistics Analytics for Delivery Demand and Location Clustering Using Spatial Data Mining and Association Pattern Discovery</a:t>
            </a:r>
            <a:r>
              <a:rPr lang="en-IN" sz="2400" dirty="0"/>
              <a:t>, applies spatial data mining to delivery order logs and GPS traces to uncover these hidden patterns. After cleaning and geocoding the data and converting coordinates to a metric projection, delivery locations are grouped into demand zones using K-Means and into irregular hotspots using DBSCAN. </a:t>
            </a:r>
            <a:r>
              <a:rPr lang="en-IN" sz="2400" dirty="0" err="1"/>
              <a:t>Getis</a:t>
            </a:r>
            <a:r>
              <a:rPr lang="en-IN" sz="2400" dirty="0"/>
              <a:t>-Ord Gi* hotspot analysis tests whether high-demand areas are statistically significant, and cluster quality is checked with the silhouette score, the Davies-Bouldin index and elbow analysis. Association rule mining with the Apriori and FP-Growth algorithms then links zones, time slots and item categories, with rules judged by support, confidence and lift. Together, the clusters and rules show where demand concentrates and what and when customers order. This supports decisions on hub placement, route planning, rider allocation and zone-wise stocking.</a:t>
            </a:r>
            <a:endParaRPr lang="en-IN" sz="2400" dirty="0">
              <a:latin typeface="Times New Roman" panose="02020603050405020304" pitchFamily="18" charset="0"/>
              <a:cs typeface="Times New Roman" panose="02020603050405020304" pitchFamily="18" charset="0"/>
            </a:endParaRPr>
          </a:p>
        </p:txBody>
      </p:sp>
      <p:pic>
        <p:nvPicPr>
          <p:cNvPr id="791691225" name="Picture 4"/>
          <p:cNvPicPr/>
          <p:nvPr/>
        </p:nvPicPr>
        <p:blipFill>
          <a:blip r:embed="rId2"/>
          <a:stretch>
            <a:fillRect/>
          </a:stretch>
        </p:blipFill>
        <p:spPr bwMode="auto">
          <a:xfrm>
            <a:off x="357352" y="191626"/>
            <a:ext cx="1135117" cy="1342883"/>
          </a:xfrm>
          <a:prstGeom prst="rect">
            <a:avLst/>
          </a:prstGeom>
          <a:noFill/>
        </p:spPr>
      </p:pic>
      <p:pic>
        <p:nvPicPr>
          <p:cNvPr id="896119693" name="Picture 5"/>
          <p:cNvPicPr/>
          <p:nvPr/>
        </p:nvPicPr>
        <p:blipFill>
          <a:blip r:embed="rId3"/>
          <a:stretch>
            <a:fillRect/>
          </a:stretch>
        </p:blipFill>
        <p:spPr bwMode="auto">
          <a:xfrm>
            <a:off x="10514231" y="191626"/>
            <a:ext cx="1520114" cy="13428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2990987" name="Title 1"/>
          <p:cNvSpPr>
            <a:spLocks noGrp="1"/>
          </p:cNvSpPr>
          <p:nvPr>
            <p:ph type="title"/>
          </p:nvPr>
        </p:nvSpPr>
        <p:spPr bwMode="auto"/>
        <p:txBody>
          <a:bodyPr/>
          <a:lstStyle/>
          <a:p>
            <a:pPr>
              <a:defRPr/>
            </a:pPr>
            <a:r>
              <a:rPr b="1" dirty="0">
                <a:latin typeface="Times New Roman" panose="02020503050405090304"/>
                <a:cs typeface="Times New Roman" panose="02020503050405090304"/>
              </a:rPr>
              <a:t>Introduction</a:t>
            </a:r>
          </a:p>
        </p:txBody>
      </p:sp>
      <p:sp>
        <p:nvSpPr>
          <p:cNvPr id="1147005234" name="Content Placeholder 2"/>
          <p:cNvSpPr>
            <a:spLocks noGrp="1"/>
          </p:cNvSpPr>
          <p:nvPr>
            <p:ph idx="1"/>
          </p:nvPr>
        </p:nvSpPr>
        <p:spPr bwMode="auto">
          <a:xfrm>
            <a:off x="415925" y="1529080"/>
            <a:ext cx="11166475" cy="4557395"/>
          </a:xfrm>
        </p:spPr>
        <p:txBody>
          <a:bodyPr>
            <a:noAutofit/>
          </a:bodyPr>
          <a:lstStyle/>
          <a:p>
            <a:pPr lvl="0" rtl="0">
              <a:lnSpc>
                <a:spcPct val="150000"/>
              </a:lnSpc>
              <a:buFont typeface="Wingdings" panose="05000000000000000000" pitchFamily="2" charset="2"/>
              <a:buChar char="Ø"/>
            </a:pPr>
            <a:r>
              <a:rPr lang="en-IN" sz="2400" dirty="0"/>
              <a:t>Delivery demand is uneven, and the patterns behind it are hidden in order logs and GPS data.</a:t>
            </a:r>
          </a:p>
          <a:p>
            <a:pPr lvl="0" rtl="0">
              <a:lnSpc>
                <a:spcPct val="150000"/>
              </a:lnSpc>
              <a:buFont typeface="Wingdings" panose="05000000000000000000" pitchFamily="2" charset="2"/>
              <a:buChar char="Ø"/>
            </a:pPr>
            <a:r>
              <a:rPr lang="en-IN" sz="2400" dirty="0"/>
              <a:t>K-Means and DBSCAN cluster delivery locations into demand zones and hotspots.</a:t>
            </a:r>
          </a:p>
          <a:p>
            <a:pPr lvl="0" rtl="0">
              <a:lnSpc>
                <a:spcPct val="150000"/>
              </a:lnSpc>
              <a:buFont typeface="Wingdings" panose="05000000000000000000" pitchFamily="2" charset="2"/>
              <a:buChar char="Ø"/>
            </a:pPr>
            <a:r>
              <a:rPr lang="en-IN" sz="2400" dirty="0"/>
              <a:t>Apriori and FP-Growth link zones, time slots and items through association rules.</a:t>
            </a:r>
          </a:p>
          <a:p>
            <a:pPr lvl="0" rtl="0">
              <a:lnSpc>
                <a:spcPct val="150000"/>
              </a:lnSpc>
              <a:buFont typeface="Wingdings" panose="05000000000000000000" pitchFamily="2" charset="2"/>
              <a:buChar char="Ø"/>
            </a:pPr>
            <a:r>
              <a:rPr lang="en-IN" sz="2400" dirty="0"/>
              <a:t>The results guide hub placement, route planning and stocking.</a:t>
            </a:r>
          </a:p>
          <a:p>
            <a:pPr lvl="0" rtl="0">
              <a:lnSpc>
                <a:spcPct val="150000"/>
              </a:lnSpc>
              <a:buFont typeface="Wingdings" panose="05000000000000000000" pitchFamily="2" charset="2"/>
              <a:buChar char="Ø"/>
            </a:pPr>
            <a:r>
              <a:rPr lang="en-IN" sz="2400" dirty="0"/>
              <a:t>Expected outcome: shorter routes, lower costs and better demand forecasting.</a:t>
            </a:r>
          </a:p>
        </p:txBody>
      </p:sp>
      <p:pic>
        <p:nvPicPr>
          <p:cNvPr id="1199698309" name="Picture 3"/>
          <p:cNvPicPr/>
          <p:nvPr/>
        </p:nvPicPr>
        <p:blipFill>
          <a:blip r:embed="rId3"/>
          <a:stretch>
            <a:fillRect/>
          </a:stretch>
        </p:blipFill>
        <p:spPr bwMode="auto">
          <a:xfrm>
            <a:off x="357352" y="191626"/>
            <a:ext cx="1135117" cy="1342883"/>
          </a:xfrm>
          <a:prstGeom prst="rect">
            <a:avLst/>
          </a:prstGeom>
          <a:noFill/>
        </p:spPr>
      </p:pic>
      <p:pic>
        <p:nvPicPr>
          <p:cNvPr id="1027560747" name="Picture 4"/>
          <p:cNvPicPr/>
          <p:nvPr/>
        </p:nvPicPr>
        <p:blipFill>
          <a:blip r:embed="rId4"/>
          <a:stretch>
            <a:fillRect/>
          </a:stretch>
        </p:blipFill>
        <p:spPr bwMode="auto">
          <a:xfrm>
            <a:off x="10514231" y="191626"/>
            <a:ext cx="1520114" cy="1342883"/>
          </a:xfrm>
          <a:prstGeom prst="rect">
            <a:avLst/>
          </a:prstGeom>
          <a:noFill/>
          <a:ln>
            <a:noFill/>
          </a:ln>
        </p:spPr>
      </p:pic>
      <p:sp>
        <p:nvSpPr>
          <p:cNvPr id="1537958495" name="Rectangle 1"/>
          <p:cNvSpPr>
            <a:spLocks noChangeArrowheads="1"/>
          </p:cNvSpPr>
          <p:nvPr/>
        </p:nvSpPr>
        <p:spPr bwMode="auto">
          <a:xfrm>
            <a:off x="357352" y="4397861"/>
            <a:ext cx="11593856" cy="369332"/>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a:lnSpc>
                <a:spcPct val="100000"/>
              </a:lnSpc>
              <a:spcBef>
                <a:spcPts val="0"/>
              </a:spcBef>
              <a:spcAft>
                <a:spcPts val="0"/>
              </a:spcAft>
              <a:buClrTx/>
              <a:buSzTx/>
              <a:defRPr/>
            </a:pPr>
            <a:r>
              <a:rPr lang="en-US" sz="1800" b="1" i="0" u="none" strike="noStrike" cap="none">
                <a:ln>
                  <a:noFill/>
                </a:ln>
                <a:solidFill>
                  <a:schemeClr val="tx1"/>
                </a:solidFill>
                <a:latin typeface="Arial" panose="020B0604020202090204"/>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2208022" name="Title 1"/>
          <p:cNvSpPr>
            <a:spLocks noGrp="1"/>
          </p:cNvSpPr>
          <p:nvPr>
            <p:ph type="title"/>
          </p:nvPr>
        </p:nvSpPr>
        <p:spPr bwMode="auto">
          <a:xfrm>
            <a:off x="0" y="191626"/>
            <a:ext cx="11424745" cy="1143000"/>
          </a:xfrm>
        </p:spPr>
        <p:txBody>
          <a:bodyPr/>
          <a:lstStyle/>
          <a:p>
            <a:pPr>
              <a:defRPr/>
            </a:pPr>
            <a:r>
              <a:rPr lang="en-US" b="1" dirty="0">
                <a:latin typeface="Times New Roman" panose="02020503050405090304" charset="0"/>
                <a:cs typeface="Times New Roman" panose="02020503050405090304" charset="0"/>
              </a:rPr>
              <a:t>Problem Statement</a:t>
            </a:r>
          </a:p>
        </p:txBody>
      </p:sp>
      <p:pic>
        <p:nvPicPr>
          <p:cNvPr id="1476755970" name="Picture 3"/>
          <p:cNvPicPr/>
          <p:nvPr/>
        </p:nvPicPr>
        <p:blipFill>
          <a:blip r:embed="rId3"/>
          <a:stretch>
            <a:fillRect/>
          </a:stretch>
        </p:blipFill>
        <p:spPr bwMode="auto">
          <a:xfrm>
            <a:off x="357352" y="91684"/>
            <a:ext cx="1135117" cy="1342883"/>
          </a:xfrm>
          <a:prstGeom prst="rect">
            <a:avLst/>
          </a:prstGeom>
          <a:noFill/>
        </p:spPr>
      </p:pic>
      <p:pic>
        <p:nvPicPr>
          <p:cNvPr id="2065199545" name="Picture 4"/>
          <p:cNvPicPr/>
          <p:nvPr/>
        </p:nvPicPr>
        <p:blipFill>
          <a:blip r:embed="rId4"/>
          <a:stretch>
            <a:fillRect/>
          </a:stretch>
        </p:blipFill>
        <p:spPr bwMode="auto">
          <a:xfrm>
            <a:off x="10514231" y="91684"/>
            <a:ext cx="1520114" cy="1342883"/>
          </a:xfrm>
          <a:prstGeom prst="rect">
            <a:avLst/>
          </a:prstGeom>
          <a:noFill/>
          <a:ln>
            <a:noFill/>
          </a:ln>
        </p:spPr>
      </p:pic>
      <p:sp>
        <p:nvSpPr>
          <p:cNvPr id="703469145" name="Rectangle 1"/>
          <p:cNvSpPr>
            <a:spLocks noGrp="1" noChangeArrowheads="1"/>
          </p:cNvSpPr>
          <p:nvPr>
            <p:ph idx="1"/>
          </p:nvPr>
        </p:nvSpPr>
        <p:spPr bwMode="auto">
          <a:xfrm>
            <a:off x="257175" y="1717675"/>
            <a:ext cx="11424920" cy="4497070"/>
          </a:xfrm>
          <a:prstGeom prst="rect">
            <a:avLst/>
          </a:prstGeom>
          <a:noFill/>
          <a:ln>
            <a:noFill/>
          </a:ln>
          <a:effectLst/>
        </p:spPr>
        <p:txBody>
          <a:bodyPr vert="horz" wrap="square" lIns="91440" tIns="45720" rIns="91440" bIns="45720" numCol="1" anchor="ctr" anchorCtr="0" compatLnSpc="1">
            <a:noAutofit/>
          </a:bodyPr>
          <a:lstStyle/>
          <a:p>
            <a:pPr lvl="0" rtl="0">
              <a:buFont typeface="Wingdings" panose="05000000000000000000" pitchFamily="2" charset="2"/>
              <a:buChar char="Ø"/>
            </a:pPr>
            <a:r>
              <a:rPr lang="en-IN" sz="2400" dirty="0"/>
              <a:t>Delivery demand is concentrated in a few areas and time windows, while other areas stay underused.</a:t>
            </a:r>
          </a:p>
          <a:p>
            <a:pPr lvl="0" rtl="0">
              <a:buFont typeface="Wingdings" panose="05000000000000000000" pitchFamily="2" charset="2"/>
              <a:buChar char="Ø"/>
            </a:pPr>
            <a:r>
              <a:rPr lang="en-IN" sz="2400" dirty="0"/>
              <a:t>Poorly placed hubs increase travel distance, fuel use and delivery delays.</a:t>
            </a:r>
          </a:p>
          <a:p>
            <a:pPr lvl="0" rtl="0">
              <a:buFont typeface="Wingdings" panose="05000000000000000000" pitchFamily="2" charset="2"/>
              <a:buChar char="Ø"/>
            </a:pPr>
            <a:r>
              <a:rPr lang="en-IN" sz="2400" dirty="0"/>
              <a:t>Large volumes of GPS and order data are collected, but their spatial patterns are not mined.</a:t>
            </a:r>
          </a:p>
          <a:p>
            <a:pPr lvl="0" rtl="0">
              <a:buFont typeface="Wingdings" panose="05000000000000000000" pitchFamily="2" charset="2"/>
              <a:buChar char="Ø"/>
            </a:pPr>
            <a:r>
              <a:rPr lang="en-IN" sz="2400" dirty="0"/>
              <a:t>It is unclear which zones, time slots and item types occur together, so stocking and rider allocation are inefficient.</a:t>
            </a:r>
          </a:p>
          <a:p>
            <a:pPr lvl="0" rtl="0">
              <a:buFont typeface="Wingdings" panose="05000000000000000000" pitchFamily="2" charset="2"/>
              <a:buChar char="Ø"/>
            </a:pPr>
            <a:r>
              <a:rPr lang="en-IN" sz="2400" dirty="0"/>
              <a:t>Without clustering and rule mining, demand cannot be forecast reliably, and logistics planning stays reactive.</a:t>
            </a:r>
          </a:p>
          <a:p>
            <a:pPr>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9408189" name="Title 1"/>
          <p:cNvSpPr>
            <a:spLocks noGrp="1"/>
          </p:cNvSpPr>
          <p:nvPr>
            <p:ph type="title"/>
          </p:nvPr>
        </p:nvSpPr>
        <p:spPr bwMode="auto"/>
        <p:txBody>
          <a:bodyPr>
            <a:normAutofit/>
          </a:bodyPr>
          <a:lstStyle/>
          <a:p>
            <a:pPr>
              <a:defRPr/>
            </a:pPr>
            <a:r>
              <a:rPr b="1" dirty="0">
                <a:latin typeface="Times New Roman" panose="02020503050405090304"/>
                <a:cs typeface="Times New Roman" panose="02020503050405090304"/>
              </a:rPr>
              <a:t>O</a:t>
            </a:r>
            <a:r>
              <a:rPr lang="en-US" b="1" dirty="0">
                <a:latin typeface="Times New Roman" panose="02020503050405090304"/>
                <a:cs typeface="Times New Roman" panose="02020503050405090304"/>
              </a:rPr>
              <a:t>bjectives</a:t>
            </a:r>
            <a:endParaRPr b="1" dirty="0">
              <a:latin typeface="Times New Roman" panose="02020503050405090304"/>
              <a:cs typeface="Times New Roman" panose="02020503050405090304"/>
            </a:endParaRPr>
          </a:p>
        </p:txBody>
      </p:sp>
      <p:pic>
        <p:nvPicPr>
          <p:cNvPr id="1249930789" name="Picture 3"/>
          <p:cNvPicPr/>
          <p:nvPr/>
        </p:nvPicPr>
        <p:blipFill>
          <a:blip r:embed="rId3"/>
          <a:stretch>
            <a:fillRect/>
          </a:stretch>
        </p:blipFill>
        <p:spPr bwMode="auto">
          <a:xfrm>
            <a:off x="357352" y="191626"/>
            <a:ext cx="1135117" cy="1342883"/>
          </a:xfrm>
          <a:prstGeom prst="rect">
            <a:avLst/>
          </a:prstGeom>
          <a:noFill/>
        </p:spPr>
      </p:pic>
      <p:pic>
        <p:nvPicPr>
          <p:cNvPr id="1407349905" name="Picture 4"/>
          <p:cNvPicPr/>
          <p:nvPr/>
        </p:nvPicPr>
        <p:blipFill>
          <a:blip r:embed="rId4"/>
          <a:stretch>
            <a:fillRect/>
          </a:stretch>
        </p:blipFill>
        <p:spPr bwMode="auto">
          <a:xfrm>
            <a:off x="10514231" y="191626"/>
            <a:ext cx="1520114" cy="1342883"/>
          </a:xfrm>
          <a:prstGeom prst="rect">
            <a:avLst/>
          </a:prstGeom>
          <a:noFill/>
          <a:ln>
            <a:noFill/>
          </a:ln>
        </p:spPr>
      </p:pic>
      <p:sp>
        <p:nvSpPr>
          <p:cNvPr id="1772962626" name="Rectangle 1"/>
          <p:cNvSpPr>
            <a:spLocks noGrp="1" noChangeArrowheads="1"/>
          </p:cNvSpPr>
          <p:nvPr>
            <p:ph idx="1"/>
          </p:nvPr>
        </p:nvSpPr>
        <p:spPr bwMode="auto">
          <a:xfrm>
            <a:off x="609600" y="1587290"/>
            <a:ext cx="10874477" cy="4642618"/>
          </a:xfrm>
          <a:prstGeom prst="rect">
            <a:avLst/>
          </a:prstGeom>
          <a:noFill/>
          <a:ln>
            <a:noFill/>
          </a:ln>
          <a:effectLst/>
        </p:spPr>
        <p:txBody>
          <a:bodyPr vert="horz" wrap="square" lIns="91440" tIns="45720" rIns="91440" bIns="45720" numCol="1" anchor="ctr" anchorCtr="0" compatLnSpc="1">
            <a:spAutoFit/>
          </a:bodyPr>
          <a:lstStyle/>
          <a:p>
            <a:pPr lvl="0" rtl="0">
              <a:buFont typeface="Wingdings" panose="05000000000000000000" pitchFamily="2" charset="2"/>
              <a:buChar char="Ø"/>
            </a:pPr>
            <a:r>
              <a:rPr lang="en-IN" sz="2400" dirty="0"/>
              <a:t>Collect and preprocess delivery order logs and GPS data by cleaning, geocoding and converting coordinates.</a:t>
            </a:r>
          </a:p>
          <a:p>
            <a:pPr lvl="0" rtl="0">
              <a:buFont typeface="Wingdings" panose="05000000000000000000" pitchFamily="2" charset="2"/>
              <a:buChar char="Ø"/>
            </a:pPr>
            <a:r>
              <a:rPr lang="en-IN" sz="2400" dirty="0"/>
              <a:t>Cluster delivery locations into demand zones and hotspots using K-Means and DBSCAN.</a:t>
            </a:r>
          </a:p>
          <a:p>
            <a:pPr lvl="0" rtl="0">
              <a:buFont typeface="Wingdings" panose="05000000000000000000" pitchFamily="2" charset="2"/>
              <a:buChar char="Ø"/>
            </a:pPr>
            <a:r>
              <a:rPr lang="en-IN" sz="2400" dirty="0"/>
              <a:t>Test whether high-demand areas are statistically significant using </a:t>
            </a:r>
            <a:r>
              <a:rPr lang="en-IN" sz="2400" dirty="0" err="1"/>
              <a:t>Getis</a:t>
            </a:r>
            <a:r>
              <a:rPr lang="en-IN" sz="2400" dirty="0"/>
              <a:t>-Ord Gi* hotspot analysis.</a:t>
            </a:r>
          </a:p>
          <a:p>
            <a:pPr lvl="0" rtl="0">
              <a:buFont typeface="Wingdings" panose="05000000000000000000" pitchFamily="2" charset="2"/>
              <a:buChar char="Ø"/>
            </a:pPr>
            <a:r>
              <a:rPr lang="en-IN" sz="2400" dirty="0"/>
              <a:t>Evaluate cluster quality with the silhouette score, Davies-Bouldin index and elbow method.</a:t>
            </a:r>
          </a:p>
          <a:p>
            <a:pPr lvl="0" rtl="0">
              <a:buFont typeface="Wingdings" panose="05000000000000000000" pitchFamily="2" charset="2"/>
              <a:buChar char="Ø"/>
            </a:pPr>
            <a:r>
              <a:rPr lang="en-IN" sz="2400" dirty="0"/>
              <a:t>Mine association rules linking zones, time slots and item categories using Apriori and FP-Growth.</a:t>
            </a:r>
          </a:p>
          <a:p>
            <a:pPr lvl="0" rtl="0">
              <a:buFont typeface="Wingdings" panose="05000000000000000000" pitchFamily="2" charset="2"/>
              <a:buChar char="Ø"/>
            </a:pPr>
            <a:r>
              <a:rPr lang="en-IN" sz="2400" dirty="0"/>
              <a:t>Judge the rules by support, confidence and lift, and keep only the meaningful ones.</a:t>
            </a:r>
          </a:p>
          <a:p>
            <a:pPr>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4502627" name="Title 1"/>
          <p:cNvSpPr>
            <a:spLocks noGrp="1"/>
          </p:cNvSpPr>
          <p:nvPr>
            <p:ph type="title"/>
          </p:nvPr>
        </p:nvSpPr>
        <p:spPr bwMode="auto"/>
        <p:txBody>
          <a:bodyPr/>
          <a:lstStyle/>
          <a:p>
            <a:pPr>
              <a:defRPr/>
            </a:pPr>
            <a:r>
              <a:rPr lang="en-US" b="1" dirty="0">
                <a:latin typeface="Times New Roman" panose="02020503050405090304"/>
                <a:cs typeface="Times New Roman" panose="02020503050405090304"/>
              </a:rPr>
              <a:t>Literature Review</a:t>
            </a:r>
            <a:endParaRPr b="1" dirty="0">
              <a:latin typeface="Times New Roman" panose="02020503050405090304"/>
              <a:cs typeface="Times New Roman" panose="02020503050405090304"/>
            </a:endParaRPr>
          </a:p>
        </p:txBody>
      </p:sp>
      <p:pic>
        <p:nvPicPr>
          <p:cNvPr id="1713013541" name="Picture 3"/>
          <p:cNvPicPr/>
          <p:nvPr/>
        </p:nvPicPr>
        <p:blipFill>
          <a:blip r:embed="rId3"/>
          <a:stretch>
            <a:fillRect/>
          </a:stretch>
        </p:blipFill>
        <p:spPr bwMode="auto">
          <a:xfrm>
            <a:off x="357352" y="191626"/>
            <a:ext cx="1135117" cy="1342883"/>
          </a:xfrm>
          <a:prstGeom prst="rect">
            <a:avLst/>
          </a:prstGeom>
          <a:noFill/>
        </p:spPr>
      </p:pic>
      <p:pic>
        <p:nvPicPr>
          <p:cNvPr id="2123878945" name="Picture 4"/>
          <p:cNvPicPr/>
          <p:nvPr/>
        </p:nvPicPr>
        <p:blipFill>
          <a:blip r:embed="rId4"/>
          <a:stretch>
            <a:fillRect/>
          </a:stretch>
        </p:blipFill>
        <p:spPr bwMode="auto">
          <a:xfrm>
            <a:off x="10514231" y="74786"/>
            <a:ext cx="1520114" cy="1342883"/>
          </a:xfrm>
          <a:prstGeom prst="rect">
            <a:avLst/>
          </a:prstGeom>
          <a:noFill/>
          <a:ln>
            <a:noFill/>
          </a:ln>
        </p:spPr>
      </p:pic>
      <p:pic>
        <p:nvPicPr>
          <p:cNvPr id="6" name="Picture 5">
            <a:extLst>
              <a:ext uri="{FF2B5EF4-FFF2-40B4-BE49-F238E27FC236}">
                <a16:creationId xmlns:a16="http://schemas.microsoft.com/office/drawing/2014/main" id="{72971E53-6ECC-E896-8941-F554CB72CCE1}"/>
              </a:ext>
            </a:extLst>
          </p:cNvPr>
          <p:cNvPicPr>
            <a:picLocks noChangeAspect="1"/>
          </p:cNvPicPr>
          <p:nvPr/>
        </p:nvPicPr>
        <p:blipFill>
          <a:blip r:embed="rId5"/>
          <a:srcRect t="15961"/>
          <a:stretch>
            <a:fillRect/>
          </a:stretch>
        </p:blipFill>
        <p:spPr>
          <a:xfrm>
            <a:off x="1744717" y="1798319"/>
            <a:ext cx="8872025" cy="45720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4BE29C54-D0E7-E0CE-8E86-CE9F93CC35BE}"/>
              </a:ext>
            </a:extLst>
          </p:cNvPr>
          <p:cNvPicPr>
            <a:picLocks noChangeAspect="1"/>
          </p:cNvPicPr>
          <p:nvPr/>
        </p:nvPicPr>
        <p:blipFill>
          <a:blip r:embed="rId3"/>
          <a:stretch>
            <a:fillRect/>
          </a:stretch>
        </p:blipFill>
        <p:spPr>
          <a:xfrm>
            <a:off x="1981200" y="1401762"/>
            <a:ext cx="9326880" cy="5181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9408189" name="Title 1"/>
          <p:cNvSpPr>
            <a:spLocks noGrp="1"/>
          </p:cNvSpPr>
          <p:nvPr>
            <p:ph type="title"/>
          </p:nvPr>
        </p:nvSpPr>
        <p:spPr bwMode="auto">
          <a:xfrm>
            <a:off x="1772285" y="184785"/>
            <a:ext cx="8432165" cy="1077595"/>
          </a:xfrm>
        </p:spPr>
        <p:txBody>
          <a:bodyPr>
            <a:normAutofit fontScale="90000"/>
          </a:bodyPr>
          <a:lstStyle/>
          <a:p>
            <a:pPr>
              <a:defRPr/>
            </a:pPr>
            <a:r>
              <a:rPr lang="en-US" b="1" dirty="0">
                <a:latin typeface="Times New Roman" panose="02020603050405020304" pitchFamily="18" charset="0"/>
                <a:cs typeface="Times New Roman" panose="02020603050405020304" pitchFamily="18" charset="0"/>
              </a:rPr>
              <a:t>MODULE 1</a:t>
            </a:r>
            <a:br>
              <a:rPr lang="en-US" b="1" dirty="0">
                <a:latin typeface="Times New Roman" panose="02020603050405020304" pitchFamily="18" charset="0"/>
                <a:cs typeface="Times New Roman" panose="02020603050405020304" pitchFamily="18" charset="0"/>
              </a:rPr>
            </a:br>
            <a:r>
              <a:rPr lang="en-IN" b="1" dirty="0"/>
              <a:t>Data Collection &amp; Data Warehouse </a:t>
            </a:r>
            <a:endParaRPr b="1" dirty="0">
              <a:latin typeface="Times New Roman" panose="02020603050405020304" pitchFamily="18" charset="0"/>
              <a:cs typeface="Times New Roman" panose="02020603050405020304" pitchFamily="18" charset="0"/>
            </a:endParaRPr>
          </a:p>
        </p:txBody>
      </p:sp>
      <p:pic>
        <p:nvPicPr>
          <p:cNvPr id="1249930789" name="Picture 3"/>
          <p:cNvPicPr/>
          <p:nvPr/>
        </p:nvPicPr>
        <p:blipFill>
          <a:blip r:embed="rId3"/>
          <a:stretch>
            <a:fillRect/>
          </a:stretch>
        </p:blipFill>
        <p:spPr bwMode="auto">
          <a:xfrm>
            <a:off x="357352" y="191626"/>
            <a:ext cx="1135117" cy="1342883"/>
          </a:xfrm>
          <a:prstGeom prst="rect">
            <a:avLst/>
          </a:prstGeom>
          <a:noFill/>
        </p:spPr>
      </p:pic>
      <p:pic>
        <p:nvPicPr>
          <p:cNvPr id="1407349905" name="Picture 4"/>
          <p:cNvPicPr/>
          <p:nvPr/>
        </p:nvPicPr>
        <p:blipFill>
          <a:blip r:embed="rId4"/>
          <a:stretch>
            <a:fillRect/>
          </a:stretch>
        </p:blipFill>
        <p:spPr bwMode="auto">
          <a:xfrm>
            <a:off x="10514231" y="191626"/>
            <a:ext cx="1520114" cy="1342883"/>
          </a:xfrm>
          <a:prstGeom prst="rect">
            <a:avLst/>
          </a:prstGeom>
          <a:noFill/>
          <a:ln>
            <a:noFill/>
          </a:ln>
        </p:spPr>
      </p:pic>
      <p:sp>
        <p:nvSpPr>
          <p:cNvPr id="1772962626" name="Rectangle 1"/>
          <p:cNvSpPr>
            <a:spLocks noGrp="1" noChangeArrowheads="1"/>
          </p:cNvSpPr>
          <p:nvPr>
            <p:ph idx="1"/>
          </p:nvPr>
        </p:nvSpPr>
        <p:spPr bwMode="auto">
          <a:xfrm>
            <a:off x="356235" y="2086610"/>
            <a:ext cx="11678285" cy="4771390"/>
          </a:xfrm>
          <a:prstGeom prst="rect">
            <a:avLst/>
          </a:prstGeom>
          <a:noFill/>
          <a:ln>
            <a:noFill/>
          </a:ln>
          <a:effectLst/>
        </p:spPr>
        <p:txBody>
          <a:bodyPr vert="horz" wrap="square" lIns="91440" tIns="45720" rIns="91440" bIns="45720" numCol="1" anchor="ctr" anchorCtr="0" compatLnSpc="1">
            <a:noAutofit/>
          </a:bodyPr>
          <a:lstStyle/>
          <a:p>
            <a:pPr lvl="0" rtl="0">
              <a:buFont typeface="Wingdings" panose="05000000000000000000" pitchFamily="2" charset="2"/>
              <a:buChar char="Ø"/>
            </a:pPr>
            <a:r>
              <a:rPr lang="en-IN" sz="2400" dirty="0"/>
              <a:t>Collects delivery order logs (order ID, timestamp, item category, quantity) and GPS traces (latitude, longitude, speed, time).</a:t>
            </a:r>
          </a:p>
          <a:p>
            <a:pPr lvl="0" rtl="0">
              <a:buFont typeface="Wingdings" panose="05000000000000000000" pitchFamily="2" charset="2"/>
              <a:buChar char="Ø"/>
            </a:pPr>
            <a:r>
              <a:rPr lang="en-IN" sz="2400" dirty="0"/>
              <a:t>Adds delivery address data (</a:t>
            </a:r>
            <a:r>
              <a:rPr lang="en-IN" sz="2400" dirty="0" err="1"/>
              <a:t>pincode</a:t>
            </a:r>
            <a:r>
              <a:rPr lang="en-IN" sz="2400" dirty="0"/>
              <a:t>, locality, geocoded points) and context data such as road network, weather, holidays and hub or vehicle details.</a:t>
            </a:r>
          </a:p>
          <a:p>
            <a:pPr lvl="0" rtl="0">
              <a:buFont typeface="Wingdings" panose="05000000000000000000" pitchFamily="2" charset="2"/>
              <a:buChar char="Ø"/>
            </a:pPr>
            <a:r>
              <a:rPr lang="en-IN" sz="2400" dirty="0"/>
              <a:t>Loads all sources through ETL pipelines in batch mode, with streaming as a future option.</a:t>
            </a:r>
          </a:p>
          <a:p>
            <a:pPr lvl="0" rtl="0">
              <a:buFont typeface="Wingdings" panose="05000000000000000000" pitchFamily="2" charset="2"/>
              <a:buChar char="Ø"/>
            </a:pPr>
            <a:r>
              <a:rPr lang="en-IN" sz="2400" dirty="0"/>
              <a:t>Cleans the data by removing duplicates, out-of-range coordinates and GPS noise, and by fixing or dropping missing timestamps.</a:t>
            </a:r>
          </a:p>
          <a:p>
            <a:pPr lvl="0" rtl="0">
              <a:buFont typeface="Wingdings" panose="05000000000000000000" pitchFamily="2" charset="2"/>
              <a:buChar char="Ø"/>
            </a:pPr>
            <a:r>
              <a:rPr lang="en-IN" sz="2400" dirty="0"/>
              <a:t>Transforms the data by geocoding addresses, converting coordinates to a metric projection, assigning grid cells and deriving hour, weekday and peak-season features.</a:t>
            </a:r>
          </a:p>
          <a:p>
            <a:pPr lvl="0" rtl="0">
              <a:buFont typeface="Wingdings" panose="05000000000000000000" pitchFamily="2" charset="2"/>
              <a:buChar char="Ø"/>
            </a:pPr>
            <a:r>
              <a:rPr lang="en-IN" sz="2400" dirty="0"/>
              <a:t>Stores the cleaned data in a central spatial data warehouse (PostgreSQL / </a:t>
            </a:r>
            <a:r>
              <a:rPr lang="en-IN" sz="2400" dirty="0" err="1"/>
              <a:t>PostGIS</a:t>
            </a:r>
            <a:r>
              <a:rPr lang="en-IN" sz="2400" dirty="0"/>
              <a:t>) using a star schema, with a delivery fact table linked to location, time, customer and item dimensions.</a:t>
            </a:r>
          </a:p>
          <a:p>
            <a:pPr>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9820" y="191770"/>
            <a:ext cx="7005320" cy="1045210"/>
          </a:xfrm>
        </p:spPr>
        <p:txBody>
          <a:bodyPr>
            <a:normAutofit fontScale="90000"/>
          </a:bodyPr>
          <a:lstStyle/>
          <a:p>
            <a:br>
              <a:rPr lang="en-US" dirty="0">
                <a:latin typeface="Times New Roman" panose="02020503050405090304" charset="0"/>
                <a:cs typeface="Times New Roman" panose="02020503050405090304" charset="0"/>
              </a:rPr>
            </a:br>
            <a:r>
              <a:rPr lang="en-US" dirty="0">
                <a:latin typeface="Times New Roman" panose="02020503050405090304" charset="0"/>
                <a:cs typeface="Times New Roman" panose="02020503050405090304" charset="0"/>
              </a:rPr>
              <a:t>ARCHITECTURE DIAGRAM</a:t>
            </a:r>
            <a:endParaRPr lang="en-US" altLang="en-US" sz="4000" dirty="0">
              <a:latin typeface="Times New Roman" panose="02020503050405090304" charset="0"/>
              <a:cs typeface="Times New Roman" panose="02020503050405090304" charset="0"/>
            </a:endParaRPr>
          </a:p>
        </p:txBody>
      </p:sp>
      <p:sp>
        <p:nvSpPr>
          <p:cNvPr id="3" name="Content Placeholder 2"/>
          <p:cNvSpPr>
            <a:spLocks noGrp="1"/>
          </p:cNvSpPr>
          <p:nvPr>
            <p:ph idx="1"/>
          </p:nvPr>
        </p:nvSpPr>
        <p:spPr/>
        <p:txBody>
          <a:bodyPr>
            <a:noAutofit/>
          </a:bodyPr>
          <a:lstStyle/>
          <a:p>
            <a:pPr marL="0" indent="0">
              <a:buNone/>
            </a:pPr>
            <a:r>
              <a:rPr lang="en-US" altLang="en-US" sz="2600" dirty="0">
                <a:latin typeface="Times New Roman" panose="02020503050405090304" charset="0"/>
                <a:cs typeface="Times New Roman" panose="02020503050405090304" charset="0"/>
              </a:rPr>
              <a:t> </a:t>
            </a:r>
          </a:p>
        </p:txBody>
      </p:sp>
      <p:pic>
        <p:nvPicPr>
          <p:cNvPr id="1249930789" name="Picture 3"/>
          <p:cNvPicPr/>
          <p:nvPr/>
        </p:nvPicPr>
        <p:blipFill>
          <a:blip r:embed="rId2"/>
          <a:stretch>
            <a:fillRect/>
          </a:stretch>
        </p:blipFill>
        <p:spPr bwMode="auto">
          <a:xfrm>
            <a:off x="357352" y="191626"/>
            <a:ext cx="1135117" cy="1342883"/>
          </a:xfrm>
          <a:prstGeom prst="rect">
            <a:avLst/>
          </a:prstGeom>
          <a:noFill/>
        </p:spPr>
      </p:pic>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sp>
        <p:nvSpPr>
          <p:cNvPr id="5" name="Text Box 4"/>
          <p:cNvSpPr txBox="1"/>
          <p:nvPr/>
        </p:nvSpPr>
        <p:spPr>
          <a:xfrm>
            <a:off x="1080562" y="1700143"/>
            <a:ext cx="10598785" cy="4525645"/>
          </a:xfrm>
          <a:prstGeom prst="rect">
            <a:avLst/>
          </a:prstGeom>
          <a:noFill/>
        </p:spPr>
        <p:txBody>
          <a:bodyPr wrap="square" rtlCol="0">
            <a:noAutofit/>
          </a:bodyPr>
          <a:lstStyle/>
          <a:p>
            <a:endParaRPr lang="en-US"/>
          </a:p>
        </p:txBody>
      </p:sp>
      <p:pic>
        <p:nvPicPr>
          <p:cNvPr id="6" name="Picture 5">
            <a:extLst>
              <a:ext uri="{FF2B5EF4-FFF2-40B4-BE49-F238E27FC236}">
                <a16:creationId xmlns:a16="http://schemas.microsoft.com/office/drawing/2014/main" id="{473FAAF5-7564-AB6F-BA35-F406CB039AA9}"/>
              </a:ext>
            </a:extLst>
          </p:cNvPr>
          <p:cNvPicPr>
            <a:picLocks noChangeAspect="1"/>
          </p:cNvPicPr>
          <p:nvPr/>
        </p:nvPicPr>
        <p:blipFill>
          <a:blip r:embed="rId4"/>
          <a:stretch>
            <a:fillRect/>
          </a:stretch>
        </p:blipFill>
        <p:spPr>
          <a:xfrm>
            <a:off x="1492469" y="1350336"/>
            <a:ext cx="9179440" cy="55076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2255" y="164465"/>
            <a:ext cx="8943340" cy="1250315"/>
          </a:xfrm>
        </p:spPr>
        <p:txBody>
          <a:bodyPr>
            <a:normAutofit fontScale="90000"/>
          </a:bodyPr>
          <a:lstStyle/>
          <a:p>
            <a:r>
              <a:rPr lang="en-US" b="1" dirty="0">
                <a:latin typeface="Times New Roman" panose="02020603050405020304" pitchFamily="18" charset="0"/>
                <a:cs typeface="Times New Roman" panose="02020603050405020304" pitchFamily="18" charset="0"/>
              </a:rPr>
              <a:t>MODULE 2</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Customer Churn Prediction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2165350"/>
            <a:ext cx="10972800" cy="4178935"/>
          </a:xfrm>
        </p:spPr>
        <p:txBody>
          <a:bodyPr>
            <a:normAutofit fontScale="92500" lnSpcReduction="20000"/>
          </a:bodyPr>
          <a:lstStyle/>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Data Analysis: Analyze customer purchase history, order frequency, spending patterns, and activity to understand customer behaviour.</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Feature Selection: Select important customer details, such as purchase frequency, time since last purchase, and total spending, for prediction.</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Classification Algorithms: Apply machine learning algorithms such as Logistic Regression, Decision Tree, and Random Forest to predict customer churn.</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Churn Prediction Results: Classify customers as likely to churn or likely to continue purchasing, helping businesses take steps to improve customer retention.</a:t>
            </a:r>
          </a:p>
        </p:txBody>
      </p:sp>
      <p:pic>
        <p:nvPicPr>
          <p:cNvPr id="1249930789" name="Picture 3"/>
          <p:cNvPicPr/>
          <p:nvPr/>
        </p:nvPicPr>
        <p:blipFill>
          <a:blip r:embed="rId2"/>
          <a:stretch>
            <a:fillRect/>
          </a:stretch>
        </p:blipFill>
        <p:spPr bwMode="auto">
          <a:xfrm>
            <a:off x="357352" y="191626"/>
            <a:ext cx="1135117" cy="1342883"/>
          </a:xfrm>
          <a:prstGeom prst="rect">
            <a:avLst/>
          </a:prstGeom>
          <a:noFill/>
        </p:spPr>
      </p:pic>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charset="0"/>
                <a:cs typeface="Times New Roman" panose="02020503050405090304" charset="0"/>
                <a:sym typeface="+mn-ea"/>
              </a:rPr>
              <a:t>ARCHITECTURE DIAGRAM</a:t>
            </a:r>
            <a:endParaRPr lang="en-US"/>
          </a:p>
        </p:txBody>
      </p:sp>
      <p:pic>
        <p:nvPicPr>
          <p:cNvPr id="791691225" name="Picture 4"/>
          <p:cNvPicPr/>
          <p:nvPr/>
        </p:nvPicPr>
        <p:blipFill>
          <a:blip r:embed="rId2"/>
          <a:stretch>
            <a:fillRect/>
          </a:stretch>
        </p:blipFill>
        <p:spPr bwMode="auto">
          <a:xfrm>
            <a:off x="357352" y="191626"/>
            <a:ext cx="1135117" cy="1342883"/>
          </a:xfrm>
          <a:prstGeom prst="rect">
            <a:avLst/>
          </a:prstGeom>
          <a:noFill/>
        </p:spPr>
      </p:pic>
      <p:pic>
        <p:nvPicPr>
          <p:cNvPr id="896119693" name="Picture 5"/>
          <p:cNvPicPr/>
          <p:nvPr/>
        </p:nvPicPr>
        <p:blipFill>
          <a:blip r:embed="rId3"/>
          <a:stretch>
            <a:fillRect/>
          </a:stretch>
        </p:blipFill>
        <p:spPr bwMode="auto">
          <a:xfrm>
            <a:off x="10514231" y="191626"/>
            <a:ext cx="1520114" cy="1342883"/>
          </a:xfrm>
          <a:prstGeom prst="rect">
            <a:avLst/>
          </a:prstGeom>
          <a:noFill/>
          <a:ln>
            <a:noFill/>
          </a:ln>
        </p:spPr>
      </p:pic>
      <p:pic>
        <p:nvPicPr>
          <p:cNvPr id="7" name="Picture 6">
            <a:extLst>
              <a:ext uri="{FF2B5EF4-FFF2-40B4-BE49-F238E27FC236}">
                <a16:creationId xmlns:a16="http://schemas.microsoft.com/office/drawing/2014/main" id="{DB493EFA-1ADE-6769-155C-D62EE84CDF15}"/>
              </a:ext>
            </a:extLst>
          </p:cNvPr>
          <p:cNvPicPr>
            <a:picLocks noChangeAspect="1"/>
          </p:cNvPicPr>
          <p:nvPr/>
        </p:nvPicPr>
        <p:blipFill>
          <a:blip r:embed="rId4"/>
          <a:stretch>
            <a:fillRect/>
          </a:stretch>
        </p:blipFill>
        <p:spPr>
          <a:xfrm>
            <a:off x="1885561" y="1600201"/>
            <a:ext cx="8947280" cy="50691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DA06-CA28-8672-5A9D-5E93E92C9F57}"/>
              </a:ext>
            </a:extLst>
          </p:cNvPr>
          <p:cNvSpPr>
            <a:spLocks noGrp="1"/>
          </p:cNvSpPr>
          <p:nvPr>
            <p:ph type="title"/>
          </p:nvPr>
        </p:nvSpPr>
        <p:spPr>
          <a:xfrm>
            <a:off x="581616" y="237314"/>
            <a:ext cx="109728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MODULE 3</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Sales Prediction and Forecasting</a:t>
            </a:r>
          </a:p>
        </p:txBody>
      </p:sp>
      <p:sp>
        <p:nvSpPr>
          <p:cNvPr id="3" name="Content Placeholder 2">
            <a:extLst>
              <a:ext uri="{FF2B5EF4-FFF2-40B4-BE49-F238E27FC236}">
                <a16:creationId xmlns:a16="http://schemas.microsoft.com/office/drawing/2014/main" id="{D7BF3DBB-5D65-EA21-5C3A-3CA4C689FC5A}"/>
              </a:ext>
            </a:extLst>
          </p:cNvPr>
          <p:cNvSpPr>
            <a:spLocks noGrp="1"/>
          </p:cNvSpPr>
          <p:nvPr>
            <p:ph idx="1"/>
          </p:nvPr>
        </p:nvSpPr>
        <p:spPr/>
        <p:txBody>
          <a:bodyPr>
            <a:normAutofit fontScale="62500" lnSpcReduction="20000"/>
          </a:bodyPr>
          <a:lstStyle/>
          <a:p>
            <a:pPr>
              <a:lnSpc>
                <a:spcPct val="17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Data Analysis: Analyze historical sales records, product details, order quantities, revenue, and purchasing trends.</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Feature Selection: Select important factors such as previous sales, product demand, order frequency, and seasonal trends for prediction.</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Prediction: Apply machine learning algorithms such as Linear Regression, Random Forest, and LSTM to estimate future sales.</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Forecasting Results: Generate predicted sales reports and graphs to help businesses plan inventory, understand demand, and make better business decisions.</a:t>
            </a:r>
          </a:p>
          <a:p>
            <a:pPr>
              <a:lnSpc>
                <a:spcPct val="17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4D9F97B2-6F03-FEC5-C2FE-DE1AB9AD6100}"/>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A89E4071-3FF1-7B25-B7BB-56C688FB5079}"/>
              </a:ext>
            </a:extLst>
          </p:cNvPr>
          <p:cNvPicPr/>
          <p:nvPr/>
        </p:nvPicPr>
        <p:blipFill>
          <a:blip r:embed="rId3"/>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3358565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C4DE-5AFF-E563-558B-468D9730C735}"/>
              </a:ext>
            </a:extLst>
          </p:cNvPr>
          <p:cNvSpPr>
            <a:spLocks noGrp="1"/>
          </p:cNvSpPr>
          <p:nvPr>
            <p:ph type="title"/>
          </p:nvPr>
        </p:nvSpPr>
        <p:spPr/>
        <p:txBody>
          <a:bodyPr/>
          <a:lstStyle/>
          <a:p>
            <a:r>
              <a:rPr lang="en-IN" dirty="0"/>
              <a:t>ARCHITECTURE DIAGRAM</a:t>
            </a:r>
          </a:p>
        </p:txBody>
      </p:sp>
      <p:pic>
        <p:nvPicPr>
          <p:cNvPr id="5" name="Content Placeholder 4">
            <a:extLst>
              <a:ext uri="{FF2B5EF4-FFF2-40B4-BE49-F238E27FC236}">
                <a16:creationId xmlns:a16="http://schemas.microsoft.com/office/drawing/2014/main" id="{6219570D-420D-7771-7735-E61483A301E2}"/>
              </a:ext>
            </a:extLst>
          </p:cNvPr>
          <p:cNvPicPr>
            <a:picLocks noGrp="1" noChangeAspect="1"/>
          </p:cNvPicPr>
          <p:nvPr>
            <p:ph idx="1"/>
          </p:nvPr>
        </p:nvPicPr>
        <p:blipFill>
          <a:blip r:embed="rId2"/>
          <a:stretch>
            <a:fillRect/>
          </a:stretch>
        </p:blipFill>
        <p:spPr bwMode="auto">
          <a:xfrm>
            <a:off x="2300931" y="1523270"/>
            <a:ext cx="7590137" cy="5060092"/>
          </a:xfrm>
          <a:prstGeom prst="rect">
            <a:avLst/>
          </a:prstGeom>
        </p:spPr>
      </p:pic>
      <p:pic>
        <p:nvPicPr>
          <p:cNvPr id="7" name="Picture 3">
            <a:extLst>
              <a:ext uri="{FF2B5EF4-FFF2-40B4-BE49-F238E27FC236}">
                <a16:creationId xmlns:a16="http://schemas.microsoft.com/office/drawing/2014/main" id="{2BFC8541-FDEF-E066-D9E2-F8D302DBDDA6}"/>
              </a:ext>
            </a:extLst>
          </p:cNvPr>
          <p:cNvPicPr/>
          <p:nvPr/>
        </p:nvPicPr>
        <p:blipFill>
          <a:blip r:embed="rId3"/>
          <a:stretch>
            <a:fillRect/>
          </a:stretch>
        </p:blipFill>
        <p:spPr bwMode="auto">
          <a:xfrm>
            <a:off x="357352" y="191626"/>
            <a:ext cx="1135117" cy="1342883"/>
          </a:xfrm>
          <a:prstGeom prst="rect">
            <a:avLst/>
          </a:prstGeom>
          <a:noFill/>
        </p:spPr>
      </p:pic>
      <p:pic>
        <p:nvPicPr>
          <p:cNvPr id="9" name="Picture 5">
            <a:extLst>
              <a:ext uri="{FF2B5EF4-FFF2-40B4-BE49-F238E27FC236}">
                <a16:creationId xmlns:a16="http://schemas.microsoft.com/office/drawing/2014/main" id="{BE0A43FA-73F7-9B5C-B37E-A0B4084D48FE}"/>
              </a:ext>
            </a:extLst>
          </p:cNvPr>
          <p:cNvPicPr/>
          <p:nvPr/>
        </p:nvPicPr>
        <p:blipFill>
          <a:blip r:embed="rId4"/>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178806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8BF7-3F62-01FB-FA2E-59B09BB8655F}"/>
              </a:ext>
            </a:extLst>
          </p:cNvPr>
          <p:cNvSpPr>
            <a:spLocks noGrp="1"/>
          </p:cNvSpPr>
          <p:nvPr>
            <p:ph type="title"/>
          </p:nvPr>
        </p:nvSpPr>
        <p:spPr>
          <a:xfrm>
            <a:off x="609600" y="274638"/>
            <a:ext cx="10680441" cy="1012986"/>
          </a:xfrm>
        </p:spPr>
        <p:txBody>
          <a:bodyPr>
            <a:noAutofit/>
          </a:bodyPr>
          <a:lstStyle/>
          <a:p>
            <a:r>
              <a:rPr lang="en-IN" sz="3600" b="1" dirty="0">
                <a:latin typeface="Times New Roman" panose="02020603050405020304" pitchFamily="18" charset="0"/>
                <a:cs typeface="Times New Roman" panose="02020603050405020304" pitchFamily="18" charset="0"/>
              </a:rPr>
              <a:t>MODULE 4</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Customer Behaviour Mining and Intelligence Dashboard</a:t>
            </a:r>
          </a:p>
        </p:txBody>
      </p:sp>
      <p:sp>
        <p:nvSpPr>
          <p:cNvPr id="3" name="Content Placeholder 2">
            <a:extLst>
              <a:ext uri="{FF2B5EF4-FFF2-40B4-BE49-F238E27FC236}">
                <a16:creationId xmlns:a16="http://schemas.microsoft.com/office/drawing/2014/main" id="{B6E05D23-B538-99B9-0015-84F60D665C67}"/>
              </a:ext>
            </a:extLst>
          </p:cNvPr>
          <p:cNvSpPr>
            <a:spLocks noGrp="1"/>
          </p:cNvSpPr>
          <p:nvPr>
            <p:ph idx="1"/>
          </p:nvPr>
        </p:nvSpPr>
        <p:spPr>
          <a:xfrm>
            <a:off x="609600" y="1936103"/>
            <a:ext cx="10972800" cy="4525963"/>
          </a:xfrm>
        </p:spPr>
        <p:txBody>
          <a:bodyPr>
            <a:normAutofit fontScale="77500" lnSpcReduction="20000"/>
          </a:bodyPr>
          <a:lstStyle/>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Behaviour Analysis – Analyze customer purchase history, browsing activity, and spending patterns to understand customer preferences.</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Segmentation – Group customers based on purchasing behaviour, spending habits, and purchase frequency.</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Intelligence Dashboard – Display customer churn predictions, sales forecasts, and customer behaviour insights using interactive charts.</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Business Insights and Recommendations – Generate data-driven reports to improve customer retention, optimize sales, and support business decisions.</a:t>
            </a:r>
          </a:p>
          <a:p>
            <a:pPr>
              <a:lnSpc>
                <a:spcPct val="16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457C4F3F-0EC8-66F3-322A-C6437E5595D9}"/>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C0C569AA-3BE6-358D-ADEA-976AE77BDB29}"/>
              </a:ext>
            </a:extLst>
          </p:cNvPr>
          <p:cNvPicPr/>
          <p:nvPr/>
        </p:nvPicPr>
        <p:blipFill>
          <a:blip r:embed="rId3"/>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636748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0542-807E-F1AE-08F0-93FE622601D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ARCHITECTURE DIAGRAM</a:t>
            </a:r>
          </a:p>
        </p:txBody>
      </p:sp>
      <p:pic>
        <p:nvPicPr>
          <p:cNvPr id="9" name="Content Placeholder 8">
            <a:extLst>
              <a:ext uri="{FF2B5EF4-FFF2-40B4-BE49-F238E27FC236}">
                <a16:creationId xmlns:a16="http://schemas.microsoft.com/office/drawing/2014/main" id="{536F31E5-D3F7-4AED-FECD-E98CDE087E0D}"/>
              </a:ext>
            </a:extLst>
          </p:cNvPr>
          <p:cNvPicPr>
            <a:picLocks noGrp="1" noChangeAspect="1"/>
          </p:cNvPicPr>
          <p:nvPr>
            <p:ph idx="1"/>
          </p:nvPr>
        </p:nvPicPr>
        <p:blipFill>
          <a:blip r:embed="rId2"/>
          <a:stretch>
            <a:fillRect/>
          </a:stretch>
        </p:blipFill>
        <p:spPr bwMode="auto">
          <a:xfrm>
            <a:off x="1417012" y="1417638"/>
            <a:ext cx="9639763" cy="5343257"/>
          </a:xfrm>
          <a:prstGeom prst="rect">
            <a:avLst/>
          </a:prstGeom>
        </p:spPr>
      </p:pic>
      <p:pic>
        <p:nvPicPr>
          <p:cNvPr id="5" name="Picture 3">
            <a:extLst>
              <a:ext uri="{FF2B5EF4-FFF2-40B4-BE49-F238E27FC236}">
                <a16:creationId xmlns:a16="http://schemas.microsoft.com/office/drawing/2014/main" id="{8343918D-AE29-BFBA-3DD6-27C011D67844}"/>
              </a:ext>
            </a:extLst>
          </p:cNvPr>
          <p:cNvPicPr/>
          <p:nvPr/>
        </p:nvPicPr>
        <p:blipFill>
          <a:blip r:embed="rId3"/>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5577CCE5-8D6A-E656-15E3-4FFD4BBF0A17}"/>
              </a:ext>
            </a:extLst>
          </p:cNvPr>
          <p:cNvPicPr/>
          <p:nvPr/>
        </p:nvPicPr>
        <p:blipFill>
          <a:blip r:embed="rId4"/>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3128206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9786-A2B9-4A74-A4E7-F45DA3BF52F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Technology and Tools Used</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2834D4A8-1F6A-4506-1300-15AD700505B9}"/>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2B5433DA-4C87-59E9-A765-4FB7564CE472}"/>
              </a:ext>
            </a:extLst>
          </p:cNvPr>
          <p:cNvPicPr/>
          <p:nvPr/>
        </p:nvPicPr>
        <p:blipFill>
          <a:blip r:embed="rId3"/>
          <a:stretch>
            <a:fillRect/>
          </a:stretch>
        </p:blipFill>
        <p:spPr bwMode="auto">
          <a:xfrm>
            <a:off x="10514231" y="191626"/>
            <a:ext cx="1520114" cy="1342883"/>
          </a:xfrm>
          <a:prstGeom prst="rect">
            <a:avLst/>
          </a:prstGeom>
          <a:noFill/>
          <a:ln>
            <a:noFill/>
          </a:ln>
        </p:spPr>
      </p:pic>
      <p:pic>
        <p:nvPicPr>
          <p:cNvPr id="9" name="Picture 8">
            <a:extLst>
              <a:ext uri="{FF2B5EF4-FFF2-40B4-BE49-F238E27FC236}">
                <a16:creationId xmlns:a16="http://schemas.microsoft.com/office/drawing/2014/main" id="{030C1A0B-3E88-8403-E1BE-3070999CA006}"/>
              </a:ext>
            </a:extLst>
          </p:cNvPr>
          <p:cNvPicPr>
            <a:picLocks noChangeAspect="1"/>
          </p:cNvPicPr>
          <p:nvPr/>
        </p:nvPicPr>
        <p:blipFill>
          <a:blip r:embed="rId4"/>
          <a:stretch>
            <a:fillRect/>
          </a:stretch>
        </p:blipFill>
        <p:spPr>
          <a:xfrm>
            <a:off x="1643605" y="1417638"/>
            <a:ext cx="9051403" cy="5270679"/>
          </a:xfrm>
          <a:prstGeom prst="rect">
            <a:avLst/>
          </a:prstGeom>
        </p:spPr>
      </p:pic>
    </p:spTree>
    <p:extLst>
      <p:ext uri="{BB962C8B-B14F-4D97-AF65-F5344CB8AC3E}">
        <p14:creationId xmlns:p14="http://schemas.microsoft.com/office/powerpoint/2010/main" val="2669610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&amp; Limitations</a:t>
            </a:r>
          </a:p>
        </p:txBody>
      </p:sp>
      <p:sp>
        <p:nvSpPr>
          <p:cNvPr id="3" name="Content Placeholder 2"/>
          <p:cNvSpPr>
            <a:spLocks noGrp="1"/>
          </p:cNvSpPr>
          <p:nvPr>
            <p:ph idx="1"/>
          </p:nvPr>
        </p:nvSpPr>
        <p:spPr/>
        <p:txBody>
          <a:bodyPr>
            <a:normAutofit fontScale="82500" lnSpcReduction="10000"/>
          </a:bodyPr>
          <a:lstStyle/>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Quality Issues – Missing, duplicate, or inaccurate customer data may reduce prediction accuracy.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Model Accuracy – Machine learning models may not always predict customer churn and sales correctly.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Privacy and Security – Protecting sensitive customer information is essential.</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Scalability and Performance – Processing large volumes of e-commerce data may require additional computing resources.</a:t>
            </a:r>
          </a:p>
        </p:txBody>
      </p:sp>
      <p:pic>
        <p:nvPicPr>
          <p:cNvPr id="2065199545" name="Picture 4"/>
          <p:cNvPicPr/>
          <p:nvPr/>
        </p:nvPicPr>
        <p:blipFill>
          <a:blip r:embed="rId2"/>
          <a:stretch>
            <a:fillRect/>
          </a:stretch>
        </p:blipFill>
        <p:spPr bwMode="auto">
          <a:xfrm>
            <a:off x="10514231" y="91684"/>
            <a:ext cx="1520114" cy="1342883"/>
          </a:xfrm>
          <a:prstGeom prst="rect">
            <a:avLst/>
          </a:prstGeom>
          <a:noFill/>
          <a:ln>
            <a:noFill/>
          </a:ln>
        </p:spPr>
      </p:pic>
      <p:pic>
        <p:nvPicPr>
          <p:cNvPr id="4" name="Picture 3"/>
          <p:cNvPicPr>
            <a:picLocks noChangeAspect="1"/>
          </p:cNvPicPr>
          <p:nvPr/>
        </p:nvPicPr>
        <p:blipFill>
          <a:blip r:embed="rId3"/>
          <a:stretch>
            <a:fillRect/>
          </a:stretch>
        </p:blipFill>
        <p:spPr>
          <a:xfrm>
            <a:off x="491490" y="91440"/>
            <a:ext cx="1135380" cy="13487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E8A1-5928-6226-F906-834A4B53318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C9E0E3D-44C8-02FB-BD68-903F2A3E068A}"/>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Churn Prediction: Identifies customers who are likely to stop purchasing using machine learning algorithms.</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Forecasting: Predicts future sales trends to support better business planning.</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Behaviour Analysis: Analyzes purchasing patterns and groups customers based on their behaviour.</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Business Intelligence: Provides an interactive dashboard to improve customer retention, increase sales, and support data-driven decisions.</a:t>
            </a:r>
          </a:p>
          <a:p>
            <a:pPr>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9952B6-E27E-8D33-F98E-A52F8C171CBE}"/>
              </a:ext>
            </a:extLst>
          </p:cNvPr>
          <p:cNvPicPr>
            <a:picLocks noChangeAspect="1"/>
          </p:cNvPicPr>
          <p:nvPr/>
        </p:nvPicPr>
        <p:blipFill>
          <a:blip r:embed="rId2"/>
          <a:stretch>
            <a:fillRect/>
          </a:stretch>
        </p:blipFill>
        <p:spPr>
          <a:xfrm>
            <a:off x="491490" y="91440"/>
            <a:ext cx="1135380" cy="1348740"/>
          </a:xfrm>
          <a:prstGeom prst="rect">
            <a:avLst/>
          </a:prstGeom>
        </p:spPr>
      </p:pic>
      <p:pic>
        <p:nvPicPr>
          <p:cNvPr id="7" name="Picture 4">
            <a:extLst>
              <a:ext uri="{FF2B5EF4-FFF2-40B4-BE49-F238E27FC236}">
                <a16:creationId xmlns:a16="http://schemas.microsoft.com/office/drawing/2014/main" id="{551EB8EF-0A5E-EFAD-4F41-505591D9BF64}"/>
              </a:ext>
            </a:extLst>
          </p:cNvPr>
          <p:cNvPicPr/>
          <p:nvPr/>
        </p:nvPicPr>
        <p:blipFill>
          <a:blip r:embed="rId3"/>
          <a:stretch>
            <a:fillRect/>
          </a:stretch>
        </p:blipFill>
        <p:spPr bwMode="auto">
          <a:xfrm>
            <a:off x="10514231" y="91684"/>
            <a:ext cx="1520114" cy="1342883"/>
          </a:xfrm>
          <a:prstGeom prst="rect">
            <a:avLst/>
          </a:prstGeom>
          <a:noFill/>
          <a:ln>
            <a:noFill/>
          </a:ln>
        </p:spPr>
      </p:pic>
    </p:spTree>
    <p:extLst>
      <p:ext uri="{BB962C8B-B14F-4D97-AF65-F5344CB8AC3E}">
        <p14:creationId xmlns:p14="http://schemas.microsoft.com/office/powerpoint/2010/main" val="2869665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6685"/>
            <a:ext cx="10972800" cy="937895"/>
          </a:xfrm>
        </p:spPr>
        <p:txBody>
          <a:bodyPr/>
          <a:lstStyle/>
          <a:p>
            <a:r>
              <a:rPr lang="en-IN" b="1" dirty="0">
                <a:latin typeface="Times New Roman" panose="02020603050405020304" pitchFamily="18" charset="0"/>
                <a:cs typeface="Times New Roman" panose="02020603050405020304" pitchFamily="18" charset="0"/>
              </a:rPr>
              <a:t>REFERENCE</a:t>
            </a:r>
          </a:p>
        </p:txBody>
      </p:sp>
      <p:sp>
        <p:nvSpPr>
          <p:cNvPr id="4" name="Rectangle 1"/>
          <p:cNvSpPr>
            <a:spLocks noGrp="1" noChangeArrowheads="1"/>
          </p:cNvSpPr>
          <p:nvPr>
            <p:ph idx="1"/>
          </p:nvPr>
        </p:nvSpPr>
        <p:spPr bwMode="auto">
          <a:xfrm>
            <a:off x="624205" y="1392555"/>
            <a:ext cx="10196195" cy="5374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indent="0">
              <a:buNone/>
            </a:pPr>
            <a:endParaRPr lang="en-IN" sz="22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kumimoji="0" lang="en-US" altLang="en-US" sz="16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p:txBody>
      </p:sp>
      <p:sp>
        <p:nvSpPr>
          <p:cNvPr id="3" name="Text Box 2"/>
          <p:cNvSpPr txBox="1"/>
          <p:nvPr/>
        </p:nvSpPr>
        <p:spPr>
          <a:xfrm>
            <a:off x="492125" y="1527175"/>
            <a:ext cx="11418570" cy="5080635"/>
          </a:xfrm>
          <a:prstGeom prst="rect">
            <a:avLst/>
          </a:prstGeom>
          <a:noFill/>
        </p:spPr>
        <p:txBody>
          <a:bodyPr wrap="square" rtlCol="0">
            <a:noAutofit/>
          </a:bodyPr>
          <a:lstStyle/>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Tang, H. Y., &amp; </a:t>
            </a:r>
            <a:r>
              <a:rPr lang="en-IN" sz="2000" dirty="0" err="1">
                <a:latin typeface="Times New Roman" panose="02020603050405020304" pitchFamily="18" charset="0"/>
                <a:cs typeface="Times New Roman" panose="02020603050405020304" pitchFamily="18" charset="0"/>
              </a:rPr>
              <a:t>Ya’acob</a:t>
            </a:r>
            <a:r>
              <a:rPr lang="en-IN" sz="2000" dirty="0">
                <a:latin typeface="Times New Roman" panose="02020603050405020304" pitchFamily="18" charset="0"/>
                <a:cs typeface="Times New Roman" panose="02020603050405020304" pitchFamily="18" charset="0"/>
              </a:rPr>
              <a:t>, S. (2023). E-Commerce Customer Churn Prediction for the Marketplace in Malaysia. Open International Journal of Informatics. </a:t>
            </a:r>
            <a:r>
              <a:rPr lang="en-IN" sz="2000" dirty="0">
                <a:latin typeface="Times New Roman" panose="02020603050405020304" pitchFamily="18" charset="0"/>
                <a:cs typeface="Times New Roman" panose="02020603050405020304" pitchFamily="18" charset="0"/>
                <a:hlinkClick r:id="rId2"/>
              </a:rPr>
              <a:t>https://doi.org/10.11113/oiji2023.11n2.273</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Performance Evaluation of Various Classification Techniques for Customer Churn Prediction in E-commerce. (2022). Microprocessors and Microsystems, 94, 104680. </a:t>
            </a:r>
            <a:r>
              <a:rPr lang="en-IN" sz="2000" dirty="0">
                <a:latin typeface="Times New Roman" panose="02020603050405020304" pitchFamily="18" charset="0"/>
                <a:cs typeface="Times New Roman" panose="02020603050405020304" pitchFamily="18" charset="0"/>
                <a:hlinkClick r:id="rId3"/>
              </a:rPr>
              <a:t>https://doi.org/10.1016/j.micpro.2022.104680</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E-commerce Customer Churn Prevention Using Machine Learning-Based Business Intelligence Strategy. (2023). Measurement: Sensors, 27, 100728. </a:t>
            </a:r>
            <a:r>
              <a:rPr lang="en-IN" sz="2000" dirty="0">
                <a:latin typeface="Times New Roman" panose="02020603050405020304" pitchFamily="18" charset="0"/>
                <a:cs typeface="Times New Roman" panose="02020603050405020304" pitchFamily="18" charset="0"/>
                <a:hlinkClick r:id="rId4"/>
              </a:rPr>
              <a:t>https://doi.org/10.1016/j.measen.2023.100728</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Scikit-learn Developers. Scikit-learn User Guide: Classification and Clustering. </a:t>
            </a:r>
            <a:r>
              <a:rPr lang="en-IN" sz="2000" dirty="0">
                <a:latin typeface="Times New Roman" panose="02020603050405020304" pitchFamily="18" charset="0"/>
                <a:cs typeface="Times New Roman" panose="02020603050405020304" pitchFamily="18" charset="0"/>
                <a:hlinkClick r:id="rId5"/>
              </a:rPr>
              <a:t>https://scikit-learn.org/stable/user_guide.html</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Developers.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Documentation: Data Visualization and Interactive </a:t>
            </a:r>
            <a:r>
              <a:rPr lang="en-IN" sz="2000" dirty="0" err="1">
                <a:latin typeface="Times New Roman" panose="02020603050405020304" pitchFamily="18" charset="0"/>
                <a:cs typeface="Times New Roman" panose="02020603050405020304" pitchFamily="18" charset="0"/>
              </a:rPr>
              <a:t>Dashboards.</a:t>
            </a:r>
            <a:r>
              <a:rPr lang="en-IN" sz="2000" dirty="0" err="1">
                <a:latin typeface="Times New Roman" panose="02020603050405020304" pitchFamily="18" charset="0"/>
                <a:cs typeface="Times New Roman" panose="02020603050405020304" pitchFamily="18" charset="0"/>
                <a:hlinkClick r:id="rId6"/>
              </a:rPr>
              <a:t>https</a:t>
            </a:r>
            <a:r>
              <a:rPr lang="en-IN" sz="2000" dirty="0">
                <a:latin typeface="Times New Roman" panose="02020603050405020304" pitchFamily="18" charset="0"/>
                <a:cs typeface="Times New Roman" panose="02020603050405020304" pitchFamily="18" charset="0"/>
                <a:hlinkClick r:id="rId6"/>
              </a:rPr>
              <a:t>://docs.streamlit.io/</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7"/>
          <a:stretch>
            <a:fillRect/>
          </a:stretch>
        </p:blipFill>
        <p:spPr>
          <a:xfrm>
            <a:off x="491490" y="91440"/>
            <a:ext cx="1135380" cy="1348740"/>
          </a:xfrm>
          <a:prstGeom prst="rect">
            <a:avLst/>
          </a:prstGeom>
        </p:spPr>
      </p:pic>
      <p:pic>
        <p:nvPicPr>
          <p:cNvPr id="2065199545" name="Picture 4"/>
          <p:cNvPicPr/>
          <p:nvPr/>
        </p:nvPicPr>
        <p:blipFill>
          <a:blip r:embed="rId8"/>
          <a:stretch>
            <a:fillRect/>
          </a:stretch>
        </p:blipFill>
        <p:spPr bwMode="auto">
          <a:xfrm>
            <a:off x="10514231" y="91684"/>
            <a:ext cx="1520114" cy="13428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532062" name="TextBox 1"/>
          <p:cNvSpPr txBox="1"/>
          <p:nvPr/>
        </p:nvSpPr>
        <p:spPr bwMode="auto">
          <a:xfrm>
            <a:off x="3166110" y="2936875"/>
            <a:ext cx="6475730" cy="1445260"/>
          </a:xfrm>
          <a:prstGeom prst="rect">
            <a:avLst/>
          </a:prstGeom>
          <a:noFill/>
        </p:spPr>
        <p:txBody>
          <a:bodyPr wrap="square" rtlCol="0">
            <a:spAutoFit/>
          </a:bodyPr>
          <a:lstStyle/>
          <a:p>
            <a:pPr>
              <a:defRPr/>
            </a:pPr>
            <a:r>
              <a:rPr lang="en-US" sz="8800">
                <a:latin typeface="Times New Roman" panose="02020503050405090304"/>
                <a:cs typeface="Times New Roman" panose="02020503050405090304"/>
              </a:rPr>
              <a:t>Thank You</a:t>
            </a:r>
            <a:endParaRPr lang="en-IN" sz="8800">
              <a:latin typeface="Times New Roman" panose="02020503050405090304"/>
              <a:cs typeface="Times New Roman" panose="02020503050405090304"/>
            </a:endParaRPr>
          </a:p>
        </p:txBody>
      </p:sp>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pic>
        <p:nvPicPr>
          <p:cNvPr id="2" name="Picture 1"/>
          <p:cNvPicPr>
            <a:picLocks noChangeAspect="1"/>
          </p:cNvPicPr>
          <p:nvPr/>
        </p:nvPicPr>
        <p:blipFill>
          <a:blip r:embed="rId4"/>
          <a:stretch>
            <a:fillRect/>
          </a:stretch>
        </p:blipFill>
        <p:spPr>
          <a:xfrm>
            <a:off x="491490" y="91440"/>
            <a:ext cx="1135380" cy="13487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1232</Words>
  <Application>Microsoft Office PowerPoint</Application>
  <PresentationFormat>Widescreen</PresentationFormat>
  <Paragraphs>88</Paragraphs>
  <Slides>20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PowerPoint Presentation</vt:lpstr>
      <vt:lpstr>Abstract</vt:lpstr>
      <vt:lpstr>Introduction</vt:lpstr>
      <vt:lpstr>Problem Statement</vt:lpstr>
      <vt:lpstr>Objectives</vt:lpstr>
      <vt:lpstr>Literature Review</vt:lpstr>
      <vt:lpstr>System Architecture</vt:lpstr>
      <vt:lpstr>MODULE 1 Data Collection &amp; Data Warehouse </vt:lpstr>
      <vt:lpstr> ARCHITECTURE DIAGRAM</vt:lpstr>
      <vt:lpstr>MODULE 2 Customer Churn Prediction</vt:lpstr>
      <vt:lpstr>ARCHITECTURE DIAGRAM</vt:lpstr>
      <vt:lpstr>MODULE 3 Sales Prediction and Forecasting</vt:lpstr>
      <vt:lpstr>ARCHITECTURE DIAGRAM</vt:lpstr>
      <vt:lpstr>MODULE 4 Customer Behaviour Mining and Intelligence Dashboard</vt:lpstr>
      <vt:lpstr>ARCHITECTURE DIAGRAM</vt:lpstr>
      <vt:lpstr>Technology and Tools Used </vt:lpstr>
      <vt:lpstr>Challenges &amp; Limitations</vt:lpstr>
      <vt:lpstr>CONCLUSION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dc:description>generated using python-pptx</dc:description>
  <cp:lastModifiedBy>Surya Tej</cp:lastModifiedBy>
  <cp:revision>54</cp:revision>
  <dcterms:created xsi:type="dcterms:W3CDTF">2026-01-24T07:02:36Z</dcterms:created>
  <dcterms:modified xsi:type="dcterms:W3CDTF">2026-10-21T07:27:11Z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DF7799069910378D8C6E74692CF3A6FC_43</vt:lpwstr>
  </property>
  <property fmtid="{D5CDD505-2E9C-101B-9397-08002B2CF9AE}" pid="3" name="KSOProductBuildVer">
    <vt:lpwstr>1033-12.1.23155.23155</vt:lpwstr>
  </property>
</Properties>
</file>